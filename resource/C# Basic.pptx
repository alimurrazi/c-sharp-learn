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5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5143500" cx="9144000"/>
  <p:notesSz cx="6858000" cy="9144000"/>
  <p:embeddedFontLst>
    <p:embeddedFont>
      <p:font typeface="Roboto"/>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Roboto-regular.fntdata"/><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font" Target="fonts/Roboto-italic.fntdata"/><Relationship Id="rId16" Type="http://schemas.openxmlformats.org/officeDocument/2006/relationships/slide" Target="slides/slide12.xml"/><Relationship Id="rId38" Type="http://schemas.openxmlformats.org/officeDocument/2006/relationships/font" Target="fonts/Roboto-bold.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tIns="91425"/>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8" name="Shape 38"/>
        <p:cNvGrpSpPr/>
        <p:nvPr/>
      </p:nvGrpSpPr>
      <p:grpSpPr>
        <a:xfrm>
          <a:off x="0" y="0"/>
          <a:ext cx="0" cy="0"/>
          <a:chOff x="0" y="0"/>
          <a:chExt cx="0" cy="0"/>
        </a:xfrm>
      </p:grpSpPr>
      <p:sp>
        <p:nvSpPr>
          <p:cNvPr id="39" name="Shape 39"/>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p:spPr>
      </p:sp>
      <p:sp>
        <p:nvSpPr>
          <p:cNvPr id="40" name="Shape 4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4" name="Shape 44"/>
        <p:cNvGrpSpPr/>
        <p:nvPr/>
      </p:nvGrpSpPr>
      <p:grpSpPr>
        <a:xfrm>
          <a:off x="0" y="0"/>
          <a:ext cx="0" cy="0"/>
          <a:chOff x="0" y="0"/>
          <a:chExt cx="0" cy="0"/>
        </a:xfrm>
      </p:grpSpPr>
      <p:sp>
        <p:nvSpPr>
          <p:cNvPr id="45" name="Shape 4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46" name="Shape 4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0" name="Shape 50"/>
        <p:cNvGrpSpPr/>
        <p:nvPr/>
      </p:nvGrpSpPr>
      <p:grpSpPr>
        <a:xfrm>
          <a:off x="0" y="0"/>
          <a:ext cx="0" cy="0"/>
          <a:chOff x="0" y="0"/>
          <a:chExt cx="0" cy="0"/>
        </a:xfrm>
      </p:grpSpPr>
      <p:sp>
        <p:nvSpPr>
          <p:cNvPr id="51" name="Shape 5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2" name="Shape 5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5" name="Shape 55"/>
        <p:cNvGrpSpPr/>
        <p:nvPr/>
      </p:nvGrpSpPr>
      <p:grpSpPr>
        <a:xfrm>
          <a:off x="0" y="0"/>
          <a:ext cx="0" cy="0"/>
          <a:chOff x="0" y="0"/>
          <a:chExt cx="0" cy="0"/>
        </a:xfrm>
      </p:grpSpPr>
      <p:sp>
        <p:nvSpPr>
          <p:cNvPr id="56" name="Shape 5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57" name="Shape 5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1" name="Shape 61"/>
        <p:cNvGrpSpPr/>
        <p:nvPr/>
      </p:nvGrpSpPr>
      <p:grpSpPr>
        <a:xfrm>
          <a:off x="0" y="0"/>
          <a:ext cx="0" cy="0"/>
          <a:chOff x="0" y="0"/>
          <a:chExt cx="0" cy="0"/>
        </a:xfrm>
      </p:grpSpPr>
      <p:sp>
        <p:nvSpPr>
          <p:cNvPr id="62" name="Shape 6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63" name="Shape 6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9" name="Shape 69"/>
        <p:cNvGrpSpPr/>
        <p:nvPr/>
      </p:nvGrpSpPr>
      <p:grpSpPr>
        <a:xfrm>
          <a:off x="0" y="0"/>
          <a:ext cx="0" cy="0"/>
          <a:chOff x="0" y="0"/>
          <a:chExt cx="0" cy="0"/>
        </a:xfrm>
      </p:grpSpPr>
      <p:sp>
        <p:nvSpPr>
          <p:cNvPr id="70" name="Shape 7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1" name="Shape 7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5" name="Shape 75"/>
        <p:cNvGrpSpPr/>
        <p:nvPr/>
      </p:nvGrpSpPr>
      <p:grpSpPr>
        <a:xfrm>
          <a:off x="0" y="0"/>
          <a:ext cx="0" cy="0"/>
          <a:chOff x="0" y="0"/>
          <a:chExt cx="0" cy="0"/>
        </a:xfrm>
      </p:grpSpPr>
      <p:sp>
        <p:nvSpPr>
          <p:cNvPr id="76" name="Shape 7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77" name="Shape 7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1" name="Shape 81"/>
        <p:cNvGrpSpPr/>
        <p:nvPr/>
      </p:nvGrpSpPr>
      <p:grpSpPr>
        <a:xfrm>
          <a:off x="0" y="0"/>
          <a:ext cx="0" cy="0"/>
          <a:chOff x="0" y="0"/>
          <a:chExt cx="0" cy="0"/>
        </a:xfrm>
      </p:grpSpPr>
      <p:sp>
        <p:nvSpPr>
          <p:cNvPr id="82" name="Shape 8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3" name="Shape 8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7" name="Shape 87"/>
        <p:cNvGrpSpPr/>
        <p:nvPr/>
      </p:nvGrpSpPr>
      <p:grpSpPr>
        <a:xfrm>
          <a:off x="0" y="0"/>
          <a:ext cx="0" cy="0"/>
          <a:chOff x="0" y="0"/>
          <a:chExt cx="0" cy="0"/>
        </a:xfrm>
      </p:grpSpPr>
      <p:sp>
        <p:nvSpPr>
          <p:cNvPr id="88" name="Shape 8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89" name="Shape 8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3" name="Shape 93"/>
        <p:cNvGrpSpPr/>
        <p:nvPr/>
      </p:nvGrpSpPr>
      <p:grpSpPr>
        <a:xfrm>
          <a:off x="0" y="0"/>
          <a:ext cx="0" cy="0"/>
          <a:chOff x="0" y="0"/>
          <a:chExt cx="0" cy="0"/>
        </a:xfrm>
      </p:grpSpPr>
      <p:sp>
        <p:nvSpPr>
          <p:cNvPr id="94" name="Shape 9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95" name="Shape 9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99" name="Shape 99"/>
        <p:cNvGrpSpPr/>
        <p:nvPr/>
      </p:nvGrpSpPr>
      <p:grpSpPr>
        <a:xfrm>
          <a:off x="0" y="0"/>
          <a:ext cx="0" cy="0"/>
          <a:chOff x="0" y="0"/>
          <a:chExt cx="0" cy="0"/>
        </a:xfrm>
      </p:grpSpPr>
      <p:sp>
        <p:nvSpPr>
          <p:cNvPr id="100" name="Shape 10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1" name="Shape 10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05" name="Shape 105"/>
        <p:cNvGrpSpPr/>
        <p:nvPr/>
      </p:nvGrpSpPr>
      <p:grpSpPr>
        <a:xfrm>
          <a:off x="0" y="0"/>
          <a:ext cx="0" cy="0"/>
          <a:chOff x="0" y="0"/>
          <a:chExt cx="0" cy="0"/>
        </a:xfrm>
      </p:grpSpPr>
      <p:sp>
        <p:nvSpPr>
          <p:cNvPr id="106" name="Shape 10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07" name="Shape 10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1" name="Shape 111"/>
        <p:cNvGrpSpPr/>
        <p:nvPr/>
      </p:nvGrpSpPr>
      <p:grpSpPr>
        <a:xfrm>
          <a:off x="0" y="0"/>
          <a:ext cx="0" cy="0"/>
          <a:chOff x="0" y="0"/>
          <a:chExt cx="0" cy="0"/>
        </a:xfrm>
      </p:grpSpPr>
      <p:sp>
        <p:nvSpPr>
          <p:cNvPr id="112" name="Shape 11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3" name="Shape 11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7" name="Shape 117"/>
        <p:cNvGrpSpPr/>
        <p:nvPr/>
      </p:nvGrpSpPr>
      <p:grpSpPr>
        <a:xfrm>
          <a:off x="0" y="0"/>
          <a:ext cx="0" cy="0"/>
          <a:chOff x="0" y="0"/>
          <a:chExt cx="0" cy="0"/>
        </a:xfrm>
      </p:grpSpPr>
      <p:sp>
        <p:nvSpPr>
          <p:cNvPr id="118" name="Shape 11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19" name="Shape 11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3" name="Shape 123"/>
        <p:cNvGrpSpPr/>
        <p:nvPr/>
      </p:nvGrpSpPr>
      <p:grpSpPr>
        <a:xfrm>
          <a:off x="0" y="0"/>
          <a:ext cx="0" cy="0"/>
          <a:chOff x="0" y="0"/>
          <a:chExt cx="0" cy="0"/>
        </a:xfrm>
      </p:grpSpPr>
      <p:sp>
        <p:nvSpPr>
          <p:cNvPr id="124" name="Shape 12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25" name="Shape 12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9" name="Shape 129"/>
        <p:cNvGrpSpPr/>
        <p:nvPr/>
      </p:nvGrpSpPr>
      <p:grpSpPr>
        <a:xfrm>
          <a:off x="0" y="0"/>
          <a:ext cx="0" cy="0"/>
          <a:chOff x="0" y="0"/>
          <a:chExt cx="0" cy="0"/>
        </a:xfrm>
      </p:grpSpPr>
      <p:sp>
        <p:nvSpPr>
          <p:cNvPr id="130" name="Shape 13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1" name="Shape 13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5" name="Shape 135"/>
        <p:cNvGrpSpPr/>
        <p:nvPr/>
      </p:nvGrpSpPr>
      <p:grpSpPr>
        <a:xfrm>
          <a:off x="0" y="0"/>
          <a:ext cx="0" cy="0"/>
          <a:chOff x="0" y="0"/>
          <a:chExt cx="0" cy="0"/>
        </a:xfrm>
      </p:grpSpPr>
      <p:sp>
        <p:nvSpPr>
          <p:cNvPr id="136" name="Shape 13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37" name="Shape 13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1" name="Shape 141"/>
        <p:cNvGrpSpPr/>
        <p:nvPr/>
      </p:nvGrpSpPr>
      <p:grpSpPr>
        <a:xfrm>
          <a:off x="0" y="0"/>
          <a:ext cx="0" cy="0"/>
          <a:chOff x="0" y="0"/>
          <a:chExt cx="0" cy="0"/>
        </a:xfrm>
      </p:grpSpPr>
      <p:sp>
        <p:nvSpPr>
          <p:cNvPr id="142" name="Shape 14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43" name="Shape 143"/>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47" name="Shape 147"/>
        <p:cNvGrpSpPr/>
        <p:nvPr/>
      </p:nvGrpSpPr>
      <p:grpSpPr>
        <a:xfrm>
          <a:off x="0" y="0"/>
          <a:ext cx="0" cy="0"/>
          <a:chOff x="0" y="0"/>
          <a:chExt cx="0" cy="0"/>
        </a:xfrm>
      </p:grpSpPr>
      <p:sp>
        <p:nvSpPr>
          <p:cNvPr id="148" name="Shape 14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49" name="Shape 149"/>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53" name="Shape 153"/>
        <p:cNvGrpSpPr/>
        <p:nvPr/>
      </p:nvGrpSpPr>
      <p:grpSpPr>
        <a:xfrm>
          <a:off x="0" y="0"/>
          <a:ext cx="0" cy="0"/>
          <a:chOff x="0" y="0"/>
          <a:chExt cx="0" cy="0"/>
        </a:xfrm>
      </p:grpSpPr>
      <p:sp>
        <p:nvSpPr>
          <p:cNvPr id="154" name="Shape 15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55" name="Shape 15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0" name="Shape 160"/>
        <p:cNvGrpSpPr/>
        <p:nvPr/>
      </p:nvGrpSpPr>
      <p:grpSpPr>
        <a:xfrm>
          <a:off x="0" y="0"/>
          <a:ext cx="0" cy="0"/>
          <a:chOff x="0" y="0"/>
          <a:chExt cx="0" cy="0"/>
        </a:xfrm>
      </p:grpSpPr>
      <p:sp>
        <p:nvSpPr>
          <p:cNvPr id="161" name="Shape 16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62" name="Shape 16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6" name="Shape 166"/>
        <p:cNvGrpSpPr/>
        <p:nvPr/>
      </p:nvGrpSpPr>
      <p:grpSpPr>
        <a:xfrm>
          <a:off x="0" y="0"/>
          <a:ext cx="0" cy="0"/>
          <a:chOff x="0" y="0"/>
          <a:chExt cx="0" cy="0"/>
        </a:xfrm>
      </p:grpSpPr>
      <p:sp>
        <p:nvSpPr>
          <p:cNvPr id="167" name="Shape 16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68" name="Shape 16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3" name="Shape 173"/>
        <p:cNvGrpSpPr/>
        <p:nvPr/>
      </p:nvGrpSpPr>
      <p:grpSpPr>
        <a:xfrm>
          <a:off x="0" y="0"/>
          <a:ext cx="0" cy="0"/>
          <a:chOff x="0" y="0"/>
          <a:chExt cx="0" cy="0"/>
        </a:xfrm>
      </p:grpSpPr>
      <p:sp>
        <p:nvSpPr>
          <p:cNvPr id="174" name="Shape 17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75" name="Shape 175"/>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9" name="Shape 179"/>
        <p:cNvGrpSpPr/>
        <p:nvPr/>
      </p:nvGrpSpPr>
      <p:grpSpPr>
        <a:xfrm>
          <a:off x="0" y="0"/>
          <a:ext cx="0" cy="0"/>
          <a:chOff x="0" y="0"/>
          <a:chExt cx="0" cy="0"/>
        </a:xfrm>
      </p:grpSpPr>
      <p:sp>
        <p:nvSpPr>
          <p:cNvPr id="180" name="Shape 18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81" name="Shape 18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5" name="Shape 185"/>
        <p:cNvGrpSpPr/>
        <p:nvPr/>
      </p:nvGrpSpPr>
      <p:grpSpPr>
        <a:xfrm>
          <a:off x="0" y="0"/>
          <a:ext cx="0" cy="0"/>
          <a:chOff x="0" y="0"/>
          <a:chExt cx="0" cy="0"/>
        </a:xfrm>
      </p:grpSpPr>
      <p:sp>
        <p:nvSpPr>
          <p:cNvPr id="186" name="Shape 18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87" name="Shape 187"/>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2" name="Shape 192"/>
        <p:cNvGrpSpPr/>
        <p:nvPr/>
      </p:nvGrpSpPr>
      <p:grpSpPr>
        <a:xfrm>
          <a:off x="0" y="0"/>
          <a:ext cx="0" cy="0"/>
          <a:chOff x="0" y="0"/>
          <a:chExt cx="0" cy="0"/>
        </a:xfrm>
      </p:grpSpPr>
      <p:sp>
        <p:nvSpPr>
          <p:cNvPr id="193" name="Shape 19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194" name="Shape 19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9" name="Shape 199"/>
        <p:cNvGrpSpPr/>
        <p:nvPr/>
      </p:nvGrpSpPr>
      <p:grpSpPr>
        <a:xfrm>
          <a:off x="0" y="0"/>
          <a:ext cx="0" cy="0"/>
          <a:chOff x="0" y="0"/>
          <a:chExt cx="0" cy="0"/>
        </a:xfrm>
      </p:grpSpPr>
      <p:sp>
        <p:nvSpPr>
          <p:cNvPr id="200" name="Shape 20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01" name="Shape 201"/>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6" name="Shape 206"/>
        <p:cNvGrpSpPr/>
        <p:nvPr/>
      </p:nvGrpSpPr>
      <p:grpSpPr>
        <a:xfrm>
          <a:off x="0" y="0"/>
          <a:ext cx="0" cy="0"/>
          <a:chOff x="0" y="0"/>
          <a:chExt cx="0" cy="0"/>
        </a:xfrm>
      </p:grpSpPr>
      <p:sp>
        <p:nvSpPr>
          <p:cNvPr id="207" name="Shape 20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08" name="Shape 208"/>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2" name="Shape 212"/>
        <p:cNvGrpSpPr/>
        <p:nvPr/>
      </p:nvGrpSpPr>
      <p:grpSpPr>
        <a:xfrm>
          <a:off x="0" y="0"/>
          <a:ext cx="0" cy="0"/>
          <a:chOff x="0" y="0"/>
          <a:chExt cx="0" cy="0"/>
        </a:xfrm>
      </p:grpSpPr>
      <p:sp>
        <p:nvSpPr>
          <p:cNvPr id="213" name="Shape 21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14" name="Shape 214"/>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8" name="Shape 218"/>
        <p:cNvGrpSpPr/>
        <p:nvPr/>
      </p:nvGrpSpPr>
      <p:grpSpPr>
        <a:xfrm>
          <a:off x="0" y="0"/>
          <a:ext cx="0" cy="0"/>
          <a:chOff x="0" y="0"/>
          <a:chExt cx="0" cy="0"/>
        </a:xfrm>
      </p:grpSpPr>
      <p:sp>
        <p:nvSpPr>
          <p:cNvPr id="219" name="Shape 21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20" name="Shape 220"/>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24" name="Shape 224"/>
        <p:cNvGrpSpPr/>
        <p:nvPr/>
      </p:nvGrpSpPr>
      <p:grpSpPr>
        <a:xfrm>
          <a:off x="0" y="0"/>
          <a:ext cx="0" cy="0"/>
          <a:chOff x="0" y="0"/>
          <a:chExt cx="0" cy="0"/>
        </a:xfrm>
      </p:grpSpPr>
      <p:sp>
        <p:nvSpPr>
          <p:cNvPr id="225" name="Shape 22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26" name="Shape 226"/>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30" name="Shape 230"/>
        <p:cNvGrpSpPr/>
        <p:nvPr/>
      </p:nvGrpSpPr>
      <p:grpSpPr>
        <a:xfrm>
          <a:off x="0" y="0"/>
          <a:ext cx="0" cy="0"/>
          <a:chOff x="0" y="0"/>
          <a:chExt cx="0" cy="0"/>
        </a:xfrm>
      </p:grpSpPr>
      <p:sp>
        <p:nvSpPr>
          <p:cNvPr id="231" name="Shape 23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32" name="Shape 232"/>
          <p:cNvSpPr txBox="1"/>
          <p:nvPr>
            <p:ph idx="1" type="body"/>
          </p:nvPr>
        </p:nvSpPr>
        <p:spPr>
          <a:xfrm>
            <a:off x="685800" y="4343400"/>
            <a:ext cx="5486400" cy="4114800"/>
          </a:xfrm>
          <a:prstGeom prst="rect">
            <a:avLst/>
          </a:prstGeom>
        </p:spPr>
        <p:txBody>
          <a:bodyPr anchorCtr="0" anchor="t" bIns="91425" lIns="91425" rIns="91425" tIns="91425">
            <a:noAutofit/>
          </a:bodyPr>
          <a:lstStyle/>
          <a:p>
            <a:pPr lvl="0" rt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
  <p:cSld name="Title slide">
    <p:spTree>
      <p:nvGrpSpPr>
        <p:cNvPr id="10" name="Shape 10"/>
        <p:cNvGrpSpPr/>
        <p:nvPr/>
      </p:nvGrpSpPr>
      <p:grpSpPr>
        <a:xfrm>
          <a:off x="0" y="0"/>
          <a:ext cx="0" cy="0"/>
          <a:chOff x="0" y="0"/>
          <a:chExt cx="0" cy="0"/>
        </a:xfrm>
      </p:grpSpPr>
      <p:sp>
        <p:nvSpPr>
          <p:cNvPr id="11" name="Shape 11"/>
          <p:cNvSpPr txBox="1"/>
          <p:nvPr>
            <p:ph type="ctrTitle"/>
          </p:nvPr>
        </p:nvSpPr>
        <p:spPr>
          <a:xfrm>
            <a:off x="457200" y="563759"/>
            <a:ext cx="8229600" cy="3009600"/>
          </a:xfrm>
          <a:prstGeom prst="rect">
            <a:avLst/>
          </a:prstGeom>
        </p:spPr>
        <p:txBody>
          <a:bodyPr anchorCtr="0" anchor="t" bIns="91425" lIns="91425" rIns="91425" tIns="91425"/>
          <a:lstStyle>
            <a:lvl1pPr lvl="0">
              <a:spcBef>
                <a:spcPts val="0"/>
              </a:spcBef>
              <a:buSzPct val="100000"/>
              <a:defRPr sz="7200"/>
            </a:lvl1pPr>
            <a:lvl2pPr lvl="1">
              <a:spcBef>
                <a:spcPts val="0"/>
              </a:spcBef>
              <a:buSzPct val="100000"/>
              <a:defRPr sz="7200"/>
            </a:lvl2pPr>
            <a:lvl3pPr lvl="2">
              <a:spcBef>
                <a:spcPts val="0"/>
              </a:spcBef>
              <a:buSzPct val="100000"/>
              <a:defRPr sz="7200"/>
            </a:lvl3pPr>
            <a:lvl4pPr lvl="3">
              <a:spcBef>
                <a:spcPts val="0"/>
              </a:spcBef>
              <a:buSzPct val="100000"/>
              <a:defRPr sz="7200"/>
            </a:lvl4pPr>
            <a:lvl5pPr lvl="4">
              <a:spcBef>
                <a:spcPts val="0"/>
              </a:spcBef>
              <a:buSzPct val="100000"/>
              <a:defRPr sz="7200"/>
            </a:lvl5pPr>
            <a:lvl6pPr lvl="5">
              <a:spcBef>
                <a:spcPts val="0"/>
              </a:spcBef>
              <a:buSzPct val="100000"/>
              <a:defRPr sz="7200"/>
            </a:lvl6pPr>
            <a:lvl7pPr lvl="6">
              <a:spcBef>
                <a:spcPts val="0"/>
              </a:spcBef>
              <a:buSzPct val="100000"/>
              <a:defRPr sz="7200"/>
            </a:lvl7pPr>
            <a:lvl8pPr lvl="7">
              <a:spcBef>
                <a:spcPts val="0"/>
              </a:spcBef>
              <a:buSzPct val="100000"/>
              <a:defRPr sz="7200"/>
            </a:lvl8pPr>
            <a:lvl9pPr lvl="8">
              <a:spcBef>
                <a:spcPts val="0"/>
              </a:spcBef>
              <a:buSzPct val="100000"/>
              <a:defRPr sz="7200"/>
            </a:lvl9pPr>
          </a:lstStyle>
          <a:p/>
        </p:txBody>
      </p:sp>
      <p:sp>
        <p:nvSpPr>
          <p:cNvPr id="12" name="Shape 12"/>
          <p:cNvSpPr txBox="1"/>
          <p:nvPr>
            <p:ph idx="1" type="subTitle"/>
          </p:nvPr>
        </p:nvSpPr>
        <p:spPr>
          <a:xfrm>
            <a:off x="457200" y="3716392"/>
            <a:ext cx="8229600" cy="1232700"/>
          </a:xfrm>
          <a:prstGeom prst="rect">
            <a:avLst/>
          </a:prstGeom>
        </p:spPr>
        <p:txBody>
          <a:bodyPr anchorCtr="0" anchor="t" bIns="91425" lIns="91425" rIns="91425" tIns="91425"/>
          <a:lstStyle>
            <a:lvl1pPr lvl="0">
              <a:spcBef>
                <a:spcPts val="0"/>
              </a:spcBef>
              <a:buClr>
                <a:schemeClr val="dk2"/>
              </a:buClr>
              <a:buSzPct val="100000"/>
              <a:buNone/>
              <a:defRPr sz="4800">
                <a:solidFill>
                  <a:schemeClr val="dk2"/>
                </a:solidFill>
              </a:defRPr>
            </a:lvl1pPr>
            <a:lvl2pPr lvl="1">
              <a:spcBef>
                <a:spcPts val="0"/>
              </a:spcBef>
              <a:buClr>
                <a:schemeClr val="dk2"/>
              </a:buClr>
              <a:buSzPct val="100000"/>
              <a:buNone/>
              <a:defRPr sz="4800">
                <a:solidFill>
                  <a:schemeClr val="dk2"/>
                </a:solidFill>
              </a:defRPr>
            </a:lvl2pPr>
            <a:lvl3pPr lvl="2">
              <a:spcBef>
                <a:spcPts val="0"/>
              </a:spcBef>
              <a:buClr>
                <a:schemeClr val="dk2"/>
              </a:buClr>
              <a:buSzPct val="100000"/>
              <a:buNone/>
              <a:defRPr sz="4800">
                <a:solidFill>
                  <a:schemeClr val="dk2"/>
                </a:solidFill>
              </a:defRPr>
            </a:lvl3pPr>
            <a:lvl4pPr lvl="3">
              <a:spcBef>
                <a:spcPts val="0"/>
              </a:spcBef>
              <a:buClr>
                <a:schemeClr val="dk2"/>
              </a:buClr>
              <a:buSzPct val="100000"/>
              <a:buNone/>
              <a:defRPr sz="4800">
                <a:solidFill>
                  <a:schemeClr val="dk2"/>
                </a:solidFill>
              </a:defRPr>
            </a:lvl4pPr>
            <a:lvl5pPr lvl="4">
              <a:spcBef>
                <a:spcPts val="0"/>
              </a:spcBef>
              <a:buClr>
                <a:schemeClr val="dk2"/>
              </a:buClr>
              <a:buSzPct val="100000"/>
              <a:buNone/>
              <a:defRPr sz="4800">
                <a:solidFill>
                  <a:schemeClr val="dk2"/>
                </a:solidFill>
              </a:defRPr>
            </a:lvl5pPr>
            <a:lvl6pPr lvl="5">
              <a:spcBef>
                <a:spcPts val="0"/>
              </a:spcBef>
              <a:buClr>
                <a:schemeClr val="dk2"/>
              </a:buClr>
              <a:buSzPct val="100000"/>
              <a:buNone/>
              <a:defRPr sz="4800">
                <a:solidFill>
                  <a:schemeClr val="dk2"/>
                </a:solidFill>
              </a:defRPr>
            </a:lvl6pPr>
            <a:lvl7pPr lvl="6">
              <a:spcBef>
                <a:spcPts val="0"/>
              </a:spcBef>
              <a:buClr>
                <a:schemeClr val="dk2"/>
              </a:buClr>
              <a:buSzPct val="100000"/>
              <a:buNone/>
              <a:defRPr sz="4800">
                <a:solidFill>
                  <a:schemeClr val="dk2"/>
                </a:solidFill>
              </a:defRPr>
            </a:lvl7pPr>
            <a:lvl8pPr lvl="7">
              <a:spcBef>
                <a:spcPts val="0"/>
              </a:spcBef>
              <a:buClr>
                <a:schemeClr val="dk2"/>
              </a:buClr>
              <a:buSzPct val="100000"/>
              <a:buNone/>
              <a:defRPr sz="4800">
                <a:solidFill>
                  <a:schemeClr val="dk2"/>
                </a:solidFill>
              </a:defRPr>
            </a:lvl8pPr>
            <a:lvl9pPr lvl="8">
              <a:spcBef>
                <a:spcPts val="0"/>
              </a:spcBef>
              <a:buClr>
                <a:schemeClr val="dk2"/>
              </a:buClr>
              <a:buSzPct val="100000"/>
              <a:buNone/>
              <a:defRPr sz="4800">
                <a:solidFill>
                  <a:schemeClr val="dk2"/>
                </a:solidFill>
              </a:defRPr>
            </a:lvl9pPr>
          </a:lstStyle>
          <a:p/>
        </p:txBody>
      </p:sp>
      <p:cxnSp>
        <p:nvCxnSpPr>
          <p:cNvPr id="13" name="Shape 13"/>
          <p:cNvCxnSpPr/>
          <p:nvPr/>
        </p:nvCxnSpPr>
        <p:spPr>
          <a:xfrm>
            <a:off x="457200" y="411479"/>
            <a:ext cx="8229600" cy="0"/>
          </a:xfrm>
          <a:prstGeom prst="straightConnector1">
            <a:avLst/>
          </a:prstGeom>
          <a:noFill/>
          <a:ln cap="flat" cmpd="sng" w="57150">
            <a:solidFill>
              <a:schemeClr val="accent1"/>
            </a:solidFill>
            <a:prstDash val="solid"/>
            <a:round/>
            <a:headEnd len="med" w="med" type="none"/>
            <a:tailEnd len="med" w="med" type="none"/>
          </a:ln>
        </p:spPr>
      </p:cxnSp>
      <p:cxnSp>
        <p:nvCxnSpPr>
          <p:cNvPr id="14" name="Shape 14"/>
          <p:cNvCxnSpPr/>
          <p:nvPr/>
        </p:nvCxnSpPr>
        <p:spPr>
          <a:xfrm>
            <a:off x="457200" y="3633382"/>
            <a:ext cx="8229600" cy="0"/>
          </a:xfrm>
          <a:prstGeom prst="straightConnector1">
            <a:avLst/>
          </a:prstGeom>
          <a:noFill/>
          <a:ln cap="flat" cmpd="sng" w="57150">
            <a:solidFill>
              <a:schemeClr val="accent1"/>
            </a:solidFill>
            <a:prstDash val="solid"/>
            <a:round/>
            <a:headEnd len="med" w="med" type="none"/>
            <a:tailEnd len="med" w="med" type="none"/>
          </a:ln>
        </p:spPr>
      </p:cxnSp>
      <p:sp>
        <p:nvSpPr>
          <p:cNvPr id="15" name="Shape 15"/>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16" name="Shape 16"/>
        <p:cNvGrpSpPr/>
        <p:nvPr/>
      </p:nvGrpSpPr>
      <p:grpSpPr>
        <a:xfrm>
          <a:off x="0" y="0"/>
          <a:ext cx="0" cy="0"/>
          <a:chOff x="0" y="0"/>
          <a:chExt cx="0" cy="0"/>
        </a:xfrm>
      </p:grpSpPr>
      <p:sp>
        <p:nvSpPr>
          <p:cNvPr id="17" name="Shape 17"/>
          <p:cNvSpPr txBox="1"/>
          <p:nvPr>
            <p:ph type="title"/>
          </p:nvPr>
        </p:nvSpPr>
        <p:spPr>
          <a:xfrm>
            <a:off x="457200" y="205978"/>
            <a:ext cx="8229600" cy="857400"/>
          </a:xfrm>
          <a:prstGeom prst="rect">
            <a:avLst/>
          </a:prstGeom>
        </p:spPr>
        <p:txBody>
          <a:bodyPr anchorCtr="0" anchor="b" bIns="91425" lIns="91425" rIns="91425" tIns="91425"/>
          <a:lstStyle>
            <a:lvl1pPr lvl="0">
              <a:spcBef>
                <a:spcPts val="0"/>
              </a:spcBef>
              <a:defRPr>
                <a:solidFill>
                  <a:srgbClr val="DA0002"/>
                </a:solidFill>
              </a:defRPr>
            </a:lvl1pPr>
            <a:lvl2pPr lvl="1">
              <a:spcBef>
                <a:spcPts val="0"/>
              </a:spcBef>
              <a:defRPr>
                <a:solidFill>
                  <a:srgbClr val="DA0002"/>
                </a:solidFill>
              </a:defRPr>
            </a:lvl2pPr>
            <a:lvl3pPr lvl="2">
              <a:spcBef>
                <a:spcPts val="0"/>
              </a:spcBef>
              <a:defRPr>
                <a:solidFill>
                  <a:srgbClr val="DA0002"/>
                </a:solidFill>
              </a:defRPr>
            </a:lvl3pPr>
            <a:lvl4pPr lvl="3">
              <a:spcBef>
                <a:spcPts val="0"/>
              </a:spcBef>
              <a:defRPr>
                <a:solidFill>
                  <a:srgbClr val="DA0002"/>
                </a:solidFill>
              </a:defRPr>
            </a:lvl4pPr>
            <a:lvl5pPr lvl="4">
              <a:spcBef>
                <a:spcPts val="0"/>
              </a:spcBef>
              <a:defRPr>
                <a:solidFill>
                  <a:srgbClr val="DA0002"/>
                </a:solidFill>
              </a:defRPr>
            </a:lvl5pPr>
            <a:lvl6pPr lvl="5">
              <a:spcBef>
                <a:spcPts val="0"/>
              </a:spcBef>
              <a:defRPr>
                <a:solidFill>
                  <a:srgbClr val="DA0002"/>
                </a:solidFill>
              </a:defRPr>
            </a:lvl6pPr>
            <a:lvl7pPr lvl="6">
              <a:spcBef>
                <a:spcPts val="0"/>
              </a:spcBef>
              <a:defRPr>
                <a:solidFill>
                  <a:srgbClr val="DA0002"/>
                </a:solidFill>
              </a:defRPr>
            </a:lvl7pPr>
            <a:lvl8pPr lvl="7">
              <a:spcBef>
                <a:spcPts val="0"/>
              </a:spcBef>
              <a:defRPr>
                <a:solidFill>
                  <a:srgbClr val="DA0002"/>
                </a:solidFill>
              </a:defRPr>
            </a:lvl8pPr>
            <a:lvl9pPr lvl="8">
              <a:spcBef>
                <a:spcPts val="0"/>
              </a:spcBef>
              <a:defRPr>
                <a:solidFill>
                  <a:srgbClr val="DA0002"/>
                </a:solidFill>
              </a:defRPr>
            </a:lvl9pPr>
          </a:lstStyle>
          <a:p/>
        </p:txBody>
      </p:sp>
      <p:sp>
        <p:nvSpPr>
          <p:cNvPr id="18" name="Shape 18"/>
          <p:cNvSpPr txBox="1"/>
          <p:nvPr>
            <p:ph idx="1" type="body"/>
          </p:nvPr>
        </p:nvSpPr>
        <p:spPr>
          <a:xfrm>
            <a:off x="457200" y="1200150"/>
            <a:ext cx="8229600" cy="3725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cxnSp>
        <p:nvCxnSpPr>
          <p:cNvPr id="19" name="Shape 19"/>
          <p:cNvCxnSpPr/>
          <p:nvPr/>
        </p:nvCxnSpPr>
        <p:spPr>
          <a:xfrm>
            <a:off x="457200" y="1143000"/>
            <a:ext cx="8229600" cy="0"/>
          </a:xfrm>
          <a:prstGeom prst="straightConnector1">
            <a:avLst/>
          </a:prstGeom>
          <a:noFill/>
          <a:ln cap="flat" cmpd="sng" w="50800">
            <a:solidFill>
              <a:srgbClr val="DA0002"/>
            </a:solidFill>
            <a:prstDash val="solid"/>
            <a:round/>
            <a:headEnd len="med" w="med" type="none"/>
            <a:tailEnd len="med" w="med" type="none"/>
          </a:ln>
        </p:spPr>
      </p:cxnSp>
      <p:sp>
        <p:nvSpPr>
          <p:cNvPr id="20" name="Shape 20"/>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21" name="Shape 21"/>
        <p:cNvGrpSpPr/>
        <p:nvPr/>
      </p:nvGrpSpPr>
      <p:grpSpPr>
        <a:xfrm>
          <a:off x="0" y="0"/>
          <a:ext cx="0" cy="0"/>
          <a:chOff x="0" y="0"/>
          <a:chExt cx="0" cy="0"/>
        </a:xfrm>
      </p:grpSpPr>
      <p:sp>
        <p:nvSpPr>
          <p:cNvPr id="22" name="Shape 22"/>
          <p:cNvSpPr txBox="1"/>
          <p:nvPr>
            <p:ph type="title"/>
          </p:nvPr>
        </p:nvSpPr>
        <p:spPr>
          <a:xfrm>
            <a:off x="457200" y="205978"/>
            <a:ext cx="8229600" cy="857400"/>
          </a:xfrm>
          <a:prstGeom prst="rect">
            <a:avLst/>
          </a:prstGeom>
        </p:spPr>
        <p:txBody>
          <a:bodyPr anchorCtr="0" anchor="b" bIns="91425" lIns="91425" rIns="91425" tIns="91425"/>
          <a:lstStyle>
            <a:lvl1pPr lvl="0">
              <a:spcBef>
                <a:spcPts val="0"/>
              </a:spcBef>
              <a:defRPr>
                <a:solidFill>
                  <a:srgbClr val="DA0002"/>
                </a:solidFill>
              </a:defRPr>
            </a:lvl1pPr>
            <a:lvl2pPr lvl="1">
              <a:spcBef>
                <a:spcPts val="0"/>
              </a:spcBef>
              <a:defRPr>
                <a:solidFill>
                  <a:srgbClr val="DA0002"/>
                </a:solidFill>
              </a:defRPr>
            </a:lvl2pPr>
            <a:lvl3pPr lvl="2">
              <a:spcBef>
                <a:spcPts val="0"/>
              </a:spcBef>
              <a:defRPr>
                <a:solidFill>
                  <a:srgbClr val="DA0002"/>
                </a:solidFill>
              </a:defRPr>
            </a:lvl3pPr>
            <a:lvl4pPr lvl="3">
              <a:spcBef>
                <a:spcPts val="0"/>
              </a:spcBef>
              <a:defRPr>
                <a:solidFill>
                  <a:srgbClr val="DA0002"/>
                </a:solidFill>
              </a:defRPr>
            </a:lvl4pPr>
            <a:lvl5pPr lvl="4">
              <a:spcBef>
                <a:spcPts val="0"/>
              </a:spcBef>
              <a:defRPr>
                <a:solidFill>
                  <a:srgbClr val="DA0002"/>
                </a:solidFill>
              </a:defRPr>
            </a:lvl5pPr>
            <a:lvl6pPr lvl="5">
              <a:spcBef>
                <a:spcPts val="0"/>
              </a:spcBef>
              <a:defRPr>
                <a:solidFill>
                  <a:srgbClr val="DA0002"/>
                </a:solidFill>
              </a:defRPr>
            </a:lvl6pPr>
            <a:lvl7pPr lvl="6">
              <a:spcBef>
                <a:spcPts val="0"/>
              </a:spcBef>
              <a:defRPr>
                <a:solidFill>
                  <a:srgbClr val="DA0002"/>
                </a:solidFill>
              </a:defRPr>
            </a:lvl7pPr>
            <a:lvl8pPr lvl="7">
              <a:spcBef>
                <a:spcPts val="0"/>
              </a:spcBef>
              <a:defRPr>
                <a:solidFill>
                  <a:srgbClr val="DA0002"/>
                </a:solidFill>
              </a:defRPr>
            </a:lvl8pPr>
            <a:lvl9pPr lvl="8">
              <a:spcBef>
                <a:spcPts val="0"/>
              </a:spcBef>
              <a:defRPr>
                <a:solidFill>
                  <a:srgbClr val="DA0002"/>
                </a:solidFill>
              </a:defRPr>
            </a:lvl9pPr>
          </a:lstStyle>
          <a:p/>
        </p:txBody>
      </p:sp>
      <p:sp>
        <p:nvSpPr>
          <p:cNvPr id="23" name="Shape 23"/>
          <p:cNvSpPr txBox="1"/>
          <p:nvPr>
            <p:ph idx="1" type="body"/>
          </p:nvPr>
        </p:nvSpPr>
        <p:spPr>
          <a:xfrm>
            <a:off x="457200" y="1200150"/>
            <a:ext cx="3994500" cy="3725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24" name="Shape 24"/>
          <p:cNvSpPr txBox="1"/>
          <p:nvPr>
            <p:ph idx="2" type="body"/>
          </p:nvPr>
        </p:nvSpPr>
        <p:spPr>
          <a:xfrm>
            <a:off x="4692273" y="1200150"/>
            <a:ext cx="3994500" cy="3725700"/>
          </a:xfrm>
          <a:prstGeom prst="rect">
            <a:avLst/>
          </a:prstGeom>
        </p:spPr>
        <p:txBody>
          <a:bodyPr anchorCtr="0" anchor="t"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cxnSp>
        <p:nvCxnSpPr>
          <p:cNvPr id="25" name="Shape 25"/>
          <p:cNvCxnSpPr/>
          <p:nvPr/>
        </p:nvCxnSpPr>
        <p:spPr>
          <a:xfrm>
            <a:off x="457200" y="1143000"/>
            <a:ext cx="8229600" cy="0"/>
          </a:xfrm>
          <a:prstGeom prst="straightConnector1">
            <a:avLst/>
          </a:prstGeom>
          <a:noFill/>
          <a:ln cap="flat" cmpd="sng" w="50800">
            <a:solidFill>
              <a:srgbClr val="DA0002"/>
            </a:solidFill>
            <a:prstDash val="solid"/>
            <a:round/>
            <a:headEnd len="med" w="med" type="none"/>
            <a:tailEnd len="med" w="med" type="none"/>
          </a:ln>
        </p:spPr>
      </p:cxnSp>
      <p:sp>
        <p:nvSpPr>
          <p:cNvPr id="26" name="Shape 26"/>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itleOnly">
  <p:cSld name="Title only">
    <p:spTree>
      <p:nvGrpSpPr>
        <p:cNvPr id="27" name="Shape 27"/>
        <p:cNvGrpSpPr/>
        <p:nvPr/>
      </p:nvGrpSpPr>
      <p:grpSpPr>
        <a:xfrm>
          <a:off x="0" y="0"/>
          <a:ext cx="0" cy="0"/>
          <a:chOff x="0" y="0"/>
          <a:chExt cx="0" cy="0"/>
        </a:xfrm>
      </p:grpSpPr>
      <p:sp>
        <p:nvSpPr>
          <p:cNvPr id="28" name="Shape 28"/>
          <p:cNvSpPr txBox="1"/>
          <p:nvPr>
            <p:ph type="title"/>
          </p:nvPr>
        </p:nvSpPr>
        <p:spPr>
          <a:xfrm>
            <a:off x="457200" y="205978"/>
            <a:ext cx="8229600" cy="857400"/>
          </a:xfrm>
          <a:prstGeom prst="rect">
            <a:avLst/>
          </a:prstGeom>
        </p:spPr>
        <p:txBody>
          <a:bodyPr anchorCtr="0" anchor="b"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cxnSp>
        <p:nvCxnSpPr>
          <p:cNvPr id="29" name="Shape 29"/>
          <p:cNvCxnSpPr/>
          <p:nvPr/>
        </p:nvCxnSpPr>
        <p:spPr>
          <a:xfrm>
            <a:off x="457200" y="1143000"/>
            <a:ext cx="8229600" cy="0"/>
          </a:xfrm>
          <a:prstGeom prst="straightConnector1">
            <a:avLst/>
          </a:prstGeom>
          <a:noFill/>
          <a:ln cap="flat" cmpd="sng" w="50800">
            <a:solidFill>
              <a:schemeClr val="accent1"/>
            </a:solidFill>
            <a:prstDash val="solid"/>
            <a:round/>
            <a:headEnd len="med" w="med" type="none"/>
            <a:tailEnd len="med" w="med" type="none"/>
          </a:ln>
        </p:spPr>
      </p:cxnSp>
      <p:sp>
        <p:nvSpPr>
          <p:cNvPr id="30" name="Shape 30"/>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name="Caption">
    <p:spTree>
      <p:nvGrpSpPr>
        <p:cNvPr id="31" name="Shape 31"/>
        <p:cNvGrpSpPr/>
        <p:nvPr/>
      </p:nvGrpSpPr>
      <p:grpSpPr>
        <a:xfrm>
          <a:off x="0" y="0"/>
          <a:ext cx="0" cy="0"/>
          <a:chOff x="0" y="0"/>
          <a:chExt cx="0" cy="0"/>
        </a:xfrm>
      </p:grpSpPr>
      <p:sp>
        <p:nvSpPr>
          <p:cNvPr id="32" name="Shape 32"/>
          <p:cNvSpPr txBox="1"/>
          <p:nvPr>
            <p:ph idx="1" type="body"/>
          </p:nvPr>
        </p:nvSpPr>
        <p:spPr>
          <a:xfrm>
            <a:off x="457200" y="4406309"/>
            <a:ext cx="8229600" cy="519600"/>
          </a:xfrm>
          <a:prstGeom prst="rect">
            <a:avLst/>
          </a:prstGeom>
        </p:spPr>
        <p:txBody>
          <a:bodyPr anchorCtr="0" anchor="t" bIns="91425" lIns="91425" rIns="91425" tIns="91425"/>
          <a:lstStyle>
            <a:lvl1pPr lvl="0" algn="ctr">
              <a:spcBef>
                <a:spcPts val="0"/>
              </a:spcBef>
              <a:buSzPct val="100000"/>
              <a:buNone/>
              <a:defRPr sz="1800"/>
            </a:lvl1pPr>
          </a:lstStyle>
          <a:p/>
        </p:txBody>
      </p:sp>
      <p:cxnSp>
        <p:nvCxnSpPr>
          <p:cNvPr id="33" name="Shape 33"/>
          <p:cNvCxnSpPr/>
          <p:nvPr/>
        </p:nvCxnSpPr>
        <p:spPr>
          <a:xfrm>
            <a:off x="457200" y="4317760"/>
            <a:ext cx="8229600" cy="0"/>
          </a:xfrm>
          <a:prstGeom prst="straightConnector1">
            <a:avLst/>
          </a:prstGeom>
          <a:noFill/>
          <a:ln cap="flat" cmpd="sng" w="50800">
            <a:solidFill>
              <a:schemeClr val="lt2"/>
            </a:solidFill>
            <a:prstDash val="solid"/>
            <a:round/>
            <a:headEnd len="med" w="med" type="none"/>
            <a:tailEnd len="med" w="med" type="none"/>
          </a:ln>
        </p:spPr>
      </p:cxnSp>
      <p:sp>
        <p:nvSpPr>
          <p:cNvPr id="34" name="Shape 34"/>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35" name="Shape 35"/>
        <p:cNvGrpSpPr/>
        <p:nvPr/>
      </p:nvGrpSpPr>
      <p:grpSpPr>
        <a:xfrm>
          <a:off x="0" y="0"/>
          <a:ext cx="0" cy="0"/>
          <a:chOff x="0" y="0"/>
          <a:chExt cx="0" cy="0"/>
        </a:xfrm>
      </p:grpSpPr>
      <p:cxnSp>
        <p:nvCxnSpPr>
          <p:cNvPr id="36" name="Shape 36"/>
          <p:cNvCxnSpPr/>
          <p:nvPr/>
        </p:nvCxnSpPr>
        <p:spPr>
          <a:xfrm>
            <a:off x="457200" y="113139"/>
            <a:ext cx="8229600" cy="0"/>
          </a:xfrm>
          <a:prstGeom prst="straightConnector1">
            <a:avLst/>
          </a:prstGeom>
          <a:noFill/>
          <a:ln cap="flat" cmpd="sng" w="50800">
            <a:solidFill>
              <a:schemeClr val="lt2"/>
            </a:solidFill>
            <a:prstDash val="solid"/>
            <a:round/>
            <a:headEnd len="med" w="med" type="none"/>
            <a:tailEnd len="med" w="med" type="none"/>
          </a:ln>
        </p:spPr>
      </p:cxnSp>
      <p:sp>
        <p:nvSpPr>
          <p:cNvPr id="37" name="Shape 37"/>
          <p:cNvSpPr txBox="1"/>
          <p:nvPr>
            <p:ph idx="12" type="sldNum"/>
          </p:nvPr>
        </p:nvSpPr>
        <p:spPr>
          <a:xfrm>
            <a:off x="8556791" y="4749850"/>
            <a:ext cx="548700" cy="393600"/>
          </a:xfrm>
          <a:prstGeom prst="rect">
            <a:avLst/>
          </a:prstGeom>
        </p:spPr>
        <p:txBody>
          <a:bodyPr anchorCtr="0" anchor="ctr" bIns="91425" lIns="91425" rIns="91425" tIns="91425">
            <a:noAutofit/>
          </a:bodyPr>
          <a:lstStyle/>
          <a:p>
            <a:pPr lvl="0">
              <a:spcBef>
                <a:spcPts val="0"/>
              </a:spcBef>
              <a:buNone/>
            </a:pPr>
            <a:fld id="{00000000-1234-1234-1234-123412341234}" type="slidenum">
              <a:rPr lang="en"/>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457200" y="205978"/>
            <a:ext cx="8229600" cy="857400"/>
          </a:xfrm>
          <a:prstGeom prst="rect">
            <a:avLst/>
          </a:prstGeom>
          <a:noFill/>
          <a:ln>
            <a:noFill/>
          </a:ln>
        </p:spPr>
        <p:txBody>
          <a:bodyPr anchorCtr="0" anchor="b" bIns="91425" lIns="91425" rIns="91425" tIns="91425"/>
          <a:lstStyle>
            <a:lvl1pPr lvl="0">
              <a:spcBef>
                <a:spcPts val="0"/>
              </a:spcBef>
              <a:buClr>
                <a:schemeClr val="accent1"/>
              </a:buClr>
              <a:buSzPct val="100000"/>
              <a:buNone/>
              <a:defRPr b="1" sz="3600">
                <a:solidFill>
                  <a:schemeClr val="accent1"/>
                </a:solidFill>
              </a:defRPr>
            </a:lvl1pPr>
            <a:lvl2pPr lvl="1">
              <a:spcBef>
                <a:spcPts val="0"/>
              </a:spcBef>
              <a:buClr>
                <a:schemeClr val="accent1"/>
              </a:buClr>
              <a:buSzPct val="100000"/>
              <a:buNone/>
              <a:defRPr b="1" sz="3600">
                <a:solidFill>
                  <a:schemeClr val="accent1"/>
                </a:solidFill>
              </a:defRPr>
            </a:lvl2pPr>
            <a:lvl3pPr lvl="2">
              <a:spcBef>
                <a:spcPts val="0"/>
              </a:spcBef>
              <a:buClr>
                <a:schemeClr val="accent1"/>
              </a:buClr>
              <a:buSzPct val="100000"/>
              <a:buNone/>
              <a:defRPr b="1" sz="3600">
                <a:solidFill>
                  <a:schemeClr val="accent1"/>
                </a:solidFill>
              </a:defRPr>
            </a:lvl3pPr>
            <a:lvl4pPr lvl="3">
              <a:spcBef>
                <a:spcPts val="0"/>
              </a:spcBef>
              <a:buClr>
                <a:schemeClr val="accent1"/>
              </a:buClr>
              <a:buSzPct val="100000"/>
              <a:buNone/>
              <a:defRPr b="1" sz="3600">
                <a:solidFill>
                  <a:schemeClr val="accent1"/>
                </a:solidFill>
              </a:defRPr>
            </a:lvl4pPr>
            <a:lvl5pPr lvl="4">
              <a:spcBef>
                <a:spcPts val="0"/>
              </a:spcBef>
              <a:buClr>
                <a:schemeClr val="accent1"/>
              </a:buClr>
              <a:buSzPct val="100000"/>
              <a:buNone/>
              <a:defRPr b="1" sz="3600">
                <a:solidFill>
                  <a:schemeClr val="accent1"/>
                </a:solidFill>
              </a:defRPr>
            </a:lvl5pPr>
            <a:lvl6pPr lvl="5">
              <a:spcBef>
                <a:spcPts val="0"/>
              </a:spcBef>
              <a:buClr>
                <a:schemeClr val="accent1"/>
              </a:buClr>
              <a:buSzPct val="100000"/>
              <a:buNone/>
              <a:defRPr b="1" sz="3600">
                <a:solidFill>
                  <a:schemeClr val="accent1"/>
                </a:solidFill>
              </a:defRPr>
            </a:lvl6pPr>
            <a:lvl7pPr lvl="6">
              <a:spcBef>
                <a:spcPts val="0"/>
              </a:spcBef>
              <a:buClr>
                <a:schemeClr val="accent1"/>
              </a:buClr>
              <a:buSzPct val="100000"/>
              <a:buNone/>
              <a:defRPr b="1" sz="3600">
                <a:solidFill>
                  <a:schemeClr val="accent1"/>
                </a:solidFill>
              </a:defRPr>
            </a:lvl7pPr>
            <a:lvl8pPr lvl="7">
              <a:spcBef>
                <a:spcPts val="0"/>
              </a:spcBef>
              <a:buClr>
                <a:schemeClr val="accent1"/>
              </a:buClr>
              <a:buSzPct val="100000"/>
              <a:buNone/>
              <a:defRPr b="1" sz="3600">
                <a:solidFill>
                  <a:schemeClr val="accent1"/>
                </a:solidFill>
              </a:defRPr>
            </a:lvl8pPr>
            <a:lvl9pPr lvl="8">
              <a:spcBef>
                <a:spcPts val="0"/>
              </a:spcBef>
              <a:buClr>
                <a:schemeClr val="accent1"/>
              </a:buClr>
              <a:buSzPct val="100000"/>
              <a:buNone/>
              <a:defRPr b="1" sz="3600">
                <a:solidFill>
                  <a:schemeClr val="accent1"/>
                </a:solidFill>
              </a:defRPr>
            </a:lvl9pPr>
          </a:lstStyle>
          <a:p/>
        </p:txBody>
      </p:sp>
      <p:sp>
        <p:nvSpPr>
          <p:cNvPr id="7" name="Shape 7"/>
          <p:cNvSpPr txBox="1"/>
          <p:nvPr>
            <p:ph idx="1" type="body"/>
          </p:nvPr>
        </p:nvSpPr>
        <p:spPr>
          <a:xfrm>
            <a:off x="457200" y="1200150"/>
            <a:ext cx="8229600" cy="3725700"/>
          </a:xfrm>
          <a:prstGeom prst="rect">
            <a:avLst/>
          </a:prstGeom>
          <a:noFill/>
          <a:ln>
            <a:noFill/>
          </a:ln>
        </p:spPr>
        <p:txBody>
          <a:bodyPr anchorCtr="0" anchor="t" bIns="91425" lIns="91425" rIns="91425" tIns="91425"/>
          <a:lstStyle>
            <a:lvl1pPr lvl="0">
              <a:spcBef>
                <a:spcPts val="600"/>
              </a:spcBef>
              <a:buClr>
                <a:schemeClr val="dk1"/>
              </a:buClr>
              <a:buSzPct val="100000"/>
              <a:defRPr sz="3000">
                <a:solidFill>
                  <a:schemeClr val="dk1"/>
                </a:solidFill>
              </a:defRPr>
            </a:lvl1pPr>
            <a:lvl2pPr lvl="1">
              <a:spcBef>
                <a:spcPts val="480"/>
              </a:spcBef>
              <a:buClr>
                <a:schemeClr val="dk1"/>
              </a:buClr>
              <a:buSzPct val="100000"/>
              <a:defRPr sz="2400">
                <a:solidFill>
                  <a:schemeClr val="dk1"/>
                </a:solidFill>
              </a:defRPr>
            </a:lvl2pPr>
            <a:lvl3pPr lvl="2">
              <a:spcBef>
                <a:spcPts val="480"/>
              </a:spcBef>
              <a:buClr>
                <a:schemeClr val="dk1"/>
              </a:buClr>
              <a:buSzPct val="100000"/>
              <a:defRPr sz="2400">
                <a:solidFill>
                  <a:schemeClr val="dk1"/>
                </a:solidFill>
              </a:defRPr>
            </a:lvl3pPr>
            <a:lvl4pPr lvl="3">
              <a:spcBef>
                <a:spcPts val="360"/>
              </a:spcBef>
              <a:buClr>
                <a:schemeClr val="dk1"/>
              </a:buClr>
              <a:buSzPct val="100000"/>
              <a:defRPr sz="1800">
                <a:solidFill>
                  <a:schemeClr val="dk1"/>
                </a:solidFill>
              </a:defRPr>
            </a:lvl4pPr>
            <a:lvl5pPr lvl="4">
              <a:spcBef>
                <a:spcPts val="360"/>
              </a:spcBef>
              <a:buClr>
                <a:schemeClr val="dk1"/>
              </a:buClr>
              <a:buSzPct val="100000"/>
              <a:defRPr sz="1800">
                <a:solidFill>
                  <a:schemeClr val="dk1"/>
                </a:solidFill>
              </a:defRPr>
            </a:lvl5pPr>
            <a:lvl6pPr lvl="5">
              <a:spcBef>
                <a:spcPts val="360"/>
              </a:spcBef>
              <a:buClr>
                <a:schemeClr val="dk1"/>
              </a:buClr>
              <a:buSzPct val="100000"/>
              <a:defRPr sz="1800">
                <a:solidFill>
                  <a:schemeClr val="dk1"/>
                </a:solidFill>
              </a:defRPr>
            </a:lvl6pPr>
            <a:lvl7pPr lvl="6">
              <a:spcBef>
                <a:spcPts val="360"/>
              </a:spcBef>
              <a:buClr>
                <a:schemeClr val="dk1"/>
              </a:buClr>
              <a:buSzPct val="100000"/>
              <a:defRPr sz="1800">
                <a:solidFill>
                  <a:schemeClr val="dk1"/>
                </a:solidFill>
              </a:defRPr>
            </a:lvl7pPr>
            <a:lvl8pPr lvl="7">
              <a:spcBef>
                <a:spcPts val="360"/>
              </a:spcBef>
              <a:buClr>
                <a:schemeClr val="dk1"/>
              </a:buClr>
              <a:buSzPct val="100000"/>
              <a:defRPr sz="1800">
                <a:solidFill>
                  <a:schemeClr val="dk1"/>
                </a:solidFill>
              </a:defRPr>
            </a:lvl8pPr>
            <a:lvl9pPr lvl="8">
              <a:spcBef>
                <a:spcPts val="360"/>
              </a:spcBef>
              <a:buClr>
                <a:schemeClr val="dk1"/>
              </a:buClr>
              <a:buSzPct val="100000"/>
              <a:defRPr sz="1800">
                <a:solidFill>
                  <a:schemeClr val="dk1"/>
                </a:solidFill>
              </a:defRPr>
            </a:lvl9pPr>
          </a:lstStyle>
          <a:p/>
        </p:txBody>
      </p:sp>
      <p:cxnSp>
        <p:nvCxnSpPr>
          <p:cNvPr id="8" name="Shape 8"/>
          <p:cNvCxnSpPr/>
          <p:nvPr/>
        </p:nvCxnSpPr>
        <p:spPr>
          <a:xfrm>
            <a:off x="457200" y="5023259"/>
            <a:ext cx="8229600" cy="0"/>
          </a:xfrm>
          <a:prstGeom prst="straightConnector1">
            <a:avLst/>
          </a:prstGeom>
          <a:noFill/>
          <a:ln cap="flat" cmpd="sng" w="50800">
            <a:solidFill>
              <a:schemeClr val="lt2"/>
            </a:solidFill>
            <a:prstDash val="solid"/>
            <a:round/>
            <a:headEnd len="med" w="med" type="none"/>
            <a:tailEnd len="med" w="med" type="none"/>
          </a:ln>
        </p:spPr>
      </p:cxnSp>
      <p:sp>
        <p:nvSpPr>
          <p:cNvPr id="9" name="Shape 9"/>
          <p:cNvSpPr txBox="1"/>
          <p:nvPr>
            <p:ph idx="12" type="sldNum"/>
          </p:nvPr>
        </p:nvSpPr>
        <p:spPr>
          <a:xfrm>
            <a:off x="8556791" y="4749850"/>
            <a:ext cx="548700" cy="393600"/>
          </a:xfrm>
          <a:prstGeom prst="rect">
            <a:avLst/>
          </a:prstGeom>
          <a:noFill/>
          <a:ln>
            <a:noFill/>
          </a:ln>
        </p:spPr>
        <p:txBody>
          <a:bodyPr anchorCtr="0" anchor="ctr" bIns="91425" lIns="91425" rIns="91425" tIns="91425">
            <a:noAutofit/>
          </a:bodyPr>
          <a:lstStyle/>
          <a:p>
            <a:pPr lvl="0" algn="r">
              <a:spcBef>
                <a:spcPts val="0"/>
              </a:spcBef>
              <a:buNone/>
            </a:pPr>
            <a:fld id="{00000000-1234-1234-1234-123412341234}" type="slidenum">
              <a:rPr lang="en" sz="1300">
                <a:solidFill>
                  <a:schemeClr val="dk1"/>
                </a:solidFill>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00.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0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en.wikipedia.org/wiki/Microsoft"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msdn.microsoft.com/en-us/library/system.boolean(v=vs.110).aspx" TargetMode="External"/><Relationship Id="rId4" Type="http://schemas.openxmlformats.org/officeDocument/2006/relationships/hyperlink" Target="https://msdn.microsoft.com/en-us/library/system.byte(v=vs.110).aspx" TargetMode="External"/><Relationship Id="rId5" Type="http://schemas.openxmlformats.org/officeDocument/2006/relationships/hyperlink" Target="https://msdn.microsoft.com/en-us/library/system.char(v=vs.110).aspx" TargetMode="External"/><Relationship Id="rId6" Type="http://schemas.openxmlformats.org/officeDocument/2006/relationships/hyperlink" Target="https://msdn.microsoft.com/en-us/library/system.int32(v=vs.110).aspx" TargetMode="External"/><Relationship Id="rId7" Type="http://schemas.openxmlformats.org/officeDocument/2006/relationships/hyperlink" Target="https://msdn.microsoft.com/en-us/library/system.uint64(v=vs.110).aspx"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0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0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0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0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0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0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0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1" name="Shape 41"/>
        <p:cNvGrpSpPr/>
        <p:nvPr/>
      </p:nvGrpSpPr>
      <p:grpSpPr>
        <a:xfrm>
          <a:off x="0" y="0"/>
          <a:ext cx="0" cy="0"/>
          <a:chOff x="0" y="0"/>
          <a:chExt cx="0" cy="0"/>
        </a:xfrm>
      </p:grpSpPr>
      <p:sp>
        <p:nvSpPr>
          <p:cNvPr id="42" name="Shape 42"/>
          <p:cNvSpPr txBox="1"/>
          <p:nvPr>
            <p:ph type="ctrTitle"/>
          </p:nvPr>
        </p:nvSpPr>
        <p:spPr>
          <a:xfrm>
            <a:off x="457200" y="563759"/>
            <a:ext cx="8229600" cy="3009600"/>
          </a:xfrm>
          <a:prstGeom prst="rect">
            <a:avLst/>
          </a:prstGeom>
        </p:spPr>
        <p:txBody>
          <a:bodyPr anchorCtr="0" anchor="t" bIns="91425" lIns="91425" rIns="91425" tIns="91425">
            <a:noAutofit/>
          </a:bodyPr>
          <a:lstStyle/>
          <a:p>
            <a:pPr lvl="0">
              <a:spcBef>
                <a:spcPts val="0"/>
              </a:spcBef>
              <a:buNone/>
            </a:pPr>
            <a:r>
              <a:rPr lang="en"/>
              <a:t>Sharp shooting with </a:t>
            </a:r>
            <a:r>
              <a:rPr lang="en"/>
              <a:t>C#</a:t>
            </a:r>
          </a:p>
        </p:txBody>
      </p:sp>
      <p:sp>
        <p:nvSpPr>
          <p:cNvPr id="43" name="Shape 43"/>
          <p:cNvSpPr txBox="1"/>
          <p:nvPr>
            <p:ph idx="1" type="subTitle"/>
          </p:nvPr>
        </p:nvSpPr>
        <p:spPr>
          <a:xfrm>
            <a:off x="457200" y="3716392"/>
            <a:ext cx="8229600" cy="1232700"/>
          </a:xfrm>
          <a:prstGeom prst="rect">
            <a:avLst/>
          </a:prstGeom>
        </p:spPr>
        <p:txBody>
          <a:bodyPr anchorCtr="0" anchor="t" bIns="91425" lIns="91425" rIns="91425" tIns="91425">
            <a:noAutofit/>
          </a:bodyPr>
          <a:lstStyle/>
          <a:p>
            <a:pPr lvl="0">
              <a:spcBef>
                <a:spcPts val="0"/>
              </a:spcBef>
              <a:buNone/>
            </a:pPr>
            <a:r>
              <a:rPr lang="en"/>
              <a:t>MD SHAHI DULLAH</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47" name="Shape 47"/>
        <p:cNvGrpSpPr/>
        <p:nvPr/>
      </p:nvGrpSpPr>
      <p:grpSpPr>
        <a:xfrm>
          <a:off x="0" y="0"/>
          <a:ext cx="0" cy="0"/>
          <a:chOff x="0" y="0"/>
          <a:chExt cx="0" cy="0"/>
        </a:xfrm>
      </p:grpSpPr>
      <p:sp>
        <p:nvSpPr>
          <p:cNvPr id="48" name="Shape 48"/>
          <p:cNvSpPr txBox="1"/>
          <p:nvPr>
            <p:ph type="title"/>
          </p:nvPr>
        </p:nvSpPr>
        <p:spPr>
          <a:xfrm>
            <a:off x="457200" y="205978"/>
            <a:ext cx="8229600" cy="857400"/>
          </a:xfrm>
          <a:prstGeom prst="rect">
            <a:avLst/>
          </a:prstGeom>
        </p:spPr>
        <p:txBody>
          <a:bodyPr anchorCtr="0" anchor="b" bIns="91425" lIns="91425" rIns="91425" tIns="91425">
            <a:noAutofit/>
          </a:bodyPr>
          <a:lstStyle/>
          <a:p>
            <a:pPr lvl="0">
              <a:spcBef>
                <a:spcPts val="0"/>
              </a:spcBef>
              <a:buNone/>
            </a:pPr>
            <a:r>
              <a:rPr lang="en"/>
              <a:t>C# School overview</a:t>
            </a:r>
          </a:p>
        </p:txBody>
      </p:sp>
      <p:sp>
        <p:nvSpPr>
          <p:cNvPr id="49" name="Shape 49"/>
          <p:cNvSpPr txBox="1"/>
          <p:nvPr>
            <p:ph idx="1" type="body"/>
          </p:nvPr>
        </p:nvSpPr>
        <p:spPr>
          <a:xfrm>
            <a:off x="457200" y="1200150"/>
            <a:ext cx="8229600" cy="3725700"/>
          </a:xfrm>
          <a:prstGeom prst="rect">
            <a:avLst/>
          </a:prstGeom>
        </p:spPr>
        <p:txBody>
          <a:bodyPr anchorCtr="0" anchor="t" bIns="91425" lIns="91425" rIns="91425" tIns="91425">
            <a:noAutofit/>
          </a:bodyPr>
          <a:lstStyle/>
          <a:p>
            <a:pPr indent="-381000" lvl="0" marL="457200" rtl="0">
              <a:spcBef>
                <a:spcPts val="0"/>
              </a:spcBef>
              <a:spcAft>
                <a:spcPts val="0"/>
              </a:spcAft>
              <a:buSzPct val="100000"/>
              <a:buChar char="●"/>
            </a:pPr>
            <a:r>
              <a:rPr lang="en" sz="2400">
                <a:solidFill>
                  <a:srgbClr val="000000"/>
                </a:solidFill>
              </a:rPr>
              <a:t>C# Basic</a:t>
            </a:r>
          </a:p>
          <a:p>
            <a:pPr indent="-381000" lvl="0" marL="457200" rtl="0">
              <a:spcBef>
                <a:spcPts val="0"/>
              </a:spcBef>
              <a:spcAft>
                <a:spcPts val="0"/>
              </a:spcAft>
              <a:buSzPct val="100000"/>
              <a:buChar char="●"/>
            </a:pPr>
            <a:r>
              <a:rPr lang="en" sz="2400">
                <a:solidFill>
                  <a:srgbClr val="000000"/>
                </a:solidFill>
              </a:rPr>
              <a:t>Attributes, Properties, Indexers, Anonymous methods, Pointers and Unsafe codes </a:t>
            </a:r>
          </a:p>
          <a:p>
            <a:pPr indent="-381000" lvl="0" marL="457200" rtl="0">
              <a:spcBef>
                <a:spcPts val="0"/>
              </a:spcBef>
              <a:spcAft>
                <a:spcPts val="0"/>
              </a:spcAft>
              <a:buSzPct val="100000"/>
              <a:buChar char="●"/>
            </a:pPr>
            <a:r>
              <a:rPr lang="en" sz="2400">
                <a:solidFill>
                  <a:srgbClr val="000000"/>
                </a:solidFill>
              </a:rPr>
              <a:t> Advance Features - Delegates, Events, Generic, Dynamic, Reflection</a:t>
            </a:r>
          </a:p>
          <a:p>
            <a:pPr indent="-381000" lvl="0" marL="457200" rtl="0">
              <a:spcBef>
                <a:spcPts val="0"/>
              </a:spcBef>
              <a:spcAft>
                <a:spcPts val="0"/>
              </a:spcAft>
              <a:buSzPct val="100000"/>
              <a:buChar char="●"/>
            </a:pPr>
            <a:r>
              <a:rPr lang="en" sz="2400">
                <a:solidFill>
                  <a:srgbClr val="000000"/>
                </a:solidFill>
              </a:rPr>
              <a:t>Linq &amp; Collection </a:t>
            </a:r>
          </a:p>
          <a:p>
            <a:pPr indent="-381000" lvl="0" marL="457200">
              <a:spcBef>
                <a:spcPts val="0"/>
              </a:spcBef>
              <a:spcAft>
                <a:spcPts val="0"/>
              </a:spcAft>
              <a:buSzPct val="100000"/>
              <a:buChar char="●"/>
            </a:pPr>
            <a:r>
              <a:rPr lang="en" sz="2400">
                <a:solidFill>
                  <a:srgbClr val="000000"/>
                </a:solidFill>
              </a:rPr>
              <a:t>Thread &amp; Task </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3" name="Shape 53"/>
        <p:cNvGrpSpPr/>
        <p:nvPr/>
      </p:nvGrpSpPr>
      <p:grpSpPr>
        <a:xfrm>
          <a:off x="0" y="0"/>
          <a:ext cx="0" cy="0"/>
          <a:chOff x="0" y="0"/>
          <a:chExt cx="0" cy="0"/>
        </a:xfrm>
      </p:grpSpPr>
      <p:sp>
        <p:nvSpPr>
          <p:cNvPr id="54" name="Shape 54"/>
          <p:cNvSpPr txBox="1"/>
          <p:nvPr>
            <p:ph type="ctrTitle"/>
          </p:nvPr>
        </p:nvSpPr>
        <p:spPr>
          <a:xfrm>
            <a:off x="457200" y="563759"/>
            <a:ext cx="8229600" cy="3009600"/>
          </a:xfrm>
          <a:prstGeom prst="rect">
            <a:avLst/>
          </a:prstGeom>
        </p:spPr>
        <p:txBody>
          <a:bodyPr anchorCtr="0" anchor="t" bIns="91425" lIns="91425" rIns="91425" tIns="91425">
            <a:noAutofit/>
          </a:bodyPr>
          <a:lstStyle/>
          <a:p>
            <a:pPr lvl="0" rtl="0">
              <a:spcBef>
                <a:spcPts val="0"/>
              </a:spcBef>
              <a:buNone/>
            </a:pPr>
            <a:r>
              <a:rPr lang="en"/>
              <a:t>C# Basic</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58" name="Shape 58"/>
        <p:cNvGrpSpPr/>
        <p:nvPr/>
      </p:nvGrpSpPr>
      <p:grpSpPr>
        <a:xfrm>
          <a:off x="0" y="0"/>
          <a:ext cx="0" cy="0"/>
          <a:chOff x="0" y="0"/>
          <a:chExt cx="0" cy="0"/>
        </a:xfrm>
      </p:grpSpPr>
      <p:sp>
        <p:nvSpPr>
          <p:cNvPr id="59" name="Shape 59"/>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Contents</a:t>
            </a:r>
          </a:p>
        </p:txBody>
      </p:sp>
      <p:sp>
        <p:nvSpPr>
          <p:cNvPr id="60" name="Shape 60"/>
          <p:cNvSpPr txBox="1"/>
          <p:nvPr>
            <p:ph idx="1" type="body"/>
          </p:nvPr>
        </p:nvSpPr>
        <p:spPr>
          <a:xfrm>
            <a:off x="457200" y="1200150"/>
            <a:ext cx="8229600" cy="3725700"/>
          </a:xfrm>
          <a:prstGeom prst="rect">
            <a:avLst/>
          </a:prstGeom>
        </p:spPr>
        <p:txBody>
          <a:bodyPr anchorCtr="0" anchor="t" bIns="91425" lIns="91425" rIns="91425" tIns="91425">
            <a:noAutofit/>
          </a:bodyPr>
          <a:lstStyle/>
          <a:p>
            <a:pPr indent="-342900" lvl="0" marL="457200" rtl="0">
              <a:lnSpc>
                <a:spcPct val="115000"/>
              </a:lnSpc>
              <a:spcBef>
                <a:spcPts val="0"/>
              </a:spcBef>
              <a:buClr>
                <a:srgbClr val="000000"/>
              </a:buClr>
              <a:buSzPct val="100000"/>
              <a:buChar char="●"/>
            </a:pPr>
            <a:r>
              <a:rPr lang="en" sz="1800">
                <a:solidFill>
                  <a:srgbClr val="000000"/>
                </a:solidFill>
              </a:rPr>
              <a:t>About C#</a:t>
            </a:r>
          </a:p>
          <a:p>
            <a:pPr indent="-342900" lvl="0" marL="457200" rtl="0">
              <a:lnSpc>
                <a:spcPct val="115000"/>
              </a:lnSpc>
              <a:spcBef>
                <a:spcPts val="0"/>
              </a:spcBef>
              <a:buClr>
                <a:srgbClr val="000000"/>
              </a:buClr>
              <a:buSzPct val="100000"/>
              <a:buChar char="●"/>
            </a:pPr>
            <a:r>
              <a:rPr lang="en" sz="1800">
                <a:solidFill>
                  <a:srgbClr val="000000"/>
                </a:solidFill>
              </a:rPr>
              <a:t>What you can do with C#</a:t>
            </a:r>
          </a:p>
          <a:p>
            <a:pPr indent="-342900" lvl="0" marL="457200" rtl="0">
              <a:lnSpc>
                <a:spcPct val="115000"/>
              </a:lnSpc>
              <a:spcBef>
                <a:spcPts val="0"/>
              </a:spcBef>
              <a:buClr>
                <a:srgbClr val="000000"/>
              </a:buClr>
              <a:buSzPct val="100000"/>
              <a:buChar char="●"/>
            </a:pPr>
            <a:r>
              <a:rPr lang="en" sz="1800">
                <a:solidFill>
                  <a:srgbClr val="000000"/>
                </a:solidFill>
              </a:rPr>
              <a:t>Compilation in .NET</a:t>
            </a:r>
          </a:p>
          <a:p>
            <a:pPr indent="-342900" lvl="0" marL="457200" rtl="0">
              <a:lnSpc>
                <a:spcPct val="115000"/>
              </a:lnSpc>
              <a:spcBef>
                <a:spcPts val="0"/>
              </a:spcBef>
              <a:buClr>
                <a:srgbClr val="000000"/>
              </a:buClr>
              <a:buSzPct val="100000"/>
              <a:buChar char="●"/>
            </a:pPr>
            <a:r>
              <a:rPr lang="en" sz="1800">
                <a:solidFill>
                  <a:srgbClr val="000000"/>
                </a:solidFill>
              </a:rPr>
              <a:t>DLL, Assembly, Gac, Versioning</a:t>
            </a:r>
          </a:p>
          <a:p>
            <a:pPr indent="-342900" lvl="0" marL="457200" rtl="0">
              <a:lnSpc>
                <a:spcPct val="115000"/>
              </a:lnSpc>
              <a:spcBef>
                <a:spcPts val="0"/>
              </a:spcBef>
              <a:buClr>
                <a:srgbClr val="000000"/>
              </a:buClr>
              <a:buSzPct val="100000"/>
              <a:buChar char="●"/>
            </a:pPr>
            <a:r>
              <a:rPr lang="en" sz="1800">
                <a:solidFill>
                  <a:srgbClr val="000000"/>
                </a:solidFill>
              </a:rPr>
              <a:t>C# features overview</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64" name="Shape 64"/>
        <p:cNvGrpSpPr/>
        <p:nvPr/>
      </p:nvGrpSpPr>
      <p:grpSpPr>
        <a:xfrm>
          <a:off x="0" y="0"/>
          <a:ext cx="0" cy="0"/>
          <a:chOff x="0" y="0"/>
          <a:chExt cx="0" cy="0"/>
        </a:xfrm>
      </p:grpSpPr>
      <p:sp>
        <p:nvSpPr>
          <p:cNvPr id="65" name="Shape 65"/>
          <p:cNvSpPr txBox="1"/>
          <p:nvPr>
            <p:ph type="title"/>
          </p:nvPr>
        </p:nvSpPr>
        <p:spPr>
          <a:xfrm>
            <a:off x="457200" y="205978"/>
            <a:ext cx="8229600" cy="857400"/>
          </a:xfrm>
          <a:prstGeom prst="rect">
            <a:avLst/>
          </a:prstGeom>
        </p:spPr>
        <p:txBody>
          <a:bodyPr anchorCtr="0" anchor="b" bIns="91425" lIns="91425" rIns="91425" tIns="91425">
            <a:noAutofit/>
          </a:bodyPr>
          <a:lstStyle/>
          <a:p>
            <a:pPr lvl="0">
              <a:spcBef>
                <a:spcPts val="0"/>
              </a:spcBef>
              <a:buNone/>
            </a:pPr>
            <a:r>
              <a:rPr lang="en"/>
              <a:t>About C#</a:t>
            </a:r>
          </a:p>
        </p:txBody>
      </p:sp>
      <p:sp>
        <p:nvSpPr>
          <p:cNvPr id="66" name="Shape 66"/>
          <p:cNvSpPr txBox="1"/>
          <p:nvPr>
            <p:ph idx="1" type="body"/>
          </p:nvPr>
        </p:nvSpPr>
        <p:spPr>
          <a:xfrm>
            <a:off x="416275" y="1258125"/>
            <a:ext cx="6236700" cy="3371100"/>
          </a:xfrm>
          <a:prstGeom prst="rect">
            <a:avLst/>
          </a:prstGeom>
        </p:spPr>
        <p:txBody>
          <a:bodyPr anchorCtr="0" anchor="t" bIns="91425" lIns="91425" rIns="91425" tIns="91425">
            <a:noAutofit/>
          </a:bodyPr>
          <a:lstStyle/>
          <a:p>
            <a:pPr indent="-254000" lvl="0" marL="342900" rtl="0">
              <a:lnSpc>
                <a:spcPct val="115000"/>
              </a:lnSpc>
              <a:spcBef>
                <a:spcPts val="0"/>
              </a:spcBef>
              <a:buClr>
                <a:srgbClr val="000000"/>
              </a:buClr>
              <a:buSzPct val="100000"/>
              <a:buChar char="●"/>
            </a:pPr>
            <a:r>
              <a:rPr lang="en" sz="1600">
                <a:solidFill>
                  <a:srgbClr val="252525"/>
                </a:solidFill>
              </a:rPr>
              <a:t>  Simple, Modern, Object Oriented Programming Language</a:t>
            </a:r>
          </a:p>
          <a:p>
            <a:pPr indent="-330200" lvl="0" marL="457200" rtl="0">
              <a:lnSpc>
                <a:spcPct val="115000"/>
              </a:lnSpc>
              <a:spcBef>
                <a:spcPts val="0"/>
              </a:spcBef>
              <a:buClr>
                <a:srgbClr val="000000"/>
              </a:buClr>
              <a:buSzPct val="100000"/>
              <a:buChar char="●"/>
            </a:pPr>
            <a:r>
              <a:rPr lang="en" sz="1600">
                <a:solidFill>
                  <a:srgbClr val="222222"/>
                </a:solidFill>
                <a:highlight>
                  <a:srgbClr val="FFFFFF"/>
                </a:highlight>
              </a:rPr>
              <a:t>Run on the .NET Framework</a:t>
            </a:r>
          </a:p>
          <a:p>
            <a:pPr indent="-330200" lvl="0" marL="457200" rtl="0">
              <a:lnSpc>
                <a:spcPct val="115000"/>
              </a:lnSpc>
              <a:spcBef>
                <a:spcPts val="0"/>
              </a:spcBef>
              <a:buClr>
                <a:srgbClr val="000000"/>
              </a:buClr>
              <a:buSzPct val="100000"/>
              <a:buChar char="●"/>
            </a:pPr>
            <a:r>
              <a:rPr lang="en" sz="1600">
                <a:solidFill>
                  <a:srgbClr val="000000"/>
                </a:solidFill>
                <a:highlight>
                  <a:srgbClr val="FFFFFF"/>
                </a:highlight>
              </a:rPr>
              <a:t>Simple, powerful, type-safe, and object-oriented</a:t>
            </a:r>
          </a:p>
          <a:p>
            <a:pPr indent="-330200" lvl="0" marL="457200" rtl="0">
              <a:lnSpc>
                <a:spcPct val="115000"/>
              </a:lnSpc>
              <a:spcBef>
                <a:spcPts val="0"/>
              </a:spcBef>
              <a:buClr>
                <a:srgbClr val="000000"/>
              </a:buClr>
              <a:buSzPct val="100000"/>
              <a:buChar char="●"/>
            </a:pPr>
            <a:r>
              <a:rPr lang="en" sz="1600">
                <a:solidFill>
                  <a:srgbClr val="252525"/>
                </a:solidFill>
                <a:highlight>
                  <a:srgbClr val="FFFFFF"/>
                </a:highlight>
              </a:rPr>
              <a:t>One of the programming languages designed for the Common Language Infrastructure.</a:t>
            </a:r>
          </a:p>
          <a:p>
            <a:pPr indent="-330200" lvl="0" marL="457200" rtl="0">
              <a:lnSpc>
                <a:spcPct val="115000"/>
              </a:lnSpc>
              <a:spcBef>
                <a:spcPts val="0"/>
              </a:spcBef>
              <a:buClr>
                <a:srgbClr val="252525"/>
              </a:buClr>
              <a:buSzPct val="100000"/>
              <a:buChar char="●"/>
            </a:pPr>
            <a:r>
              <a:rPr lang="en" sz="1600">
                <a:solidFill>
                  <a:srgbClr val="252525"/>
                </a:solidFill>
                <a:highlight>
                  <a:srgbClr val="FFFFFF"/>
                </a:highlight>
              </a:rPr>
              <a:t>.NET includes a common execution engine and a rich class library.</a:t>
            </a:r>
          </a:p>
          <a:p>
            <a:pPr indent="-330200" lvl="0" marL="457200" rtl="0">
              <a:lnSpc>
                <a:spcPct val="115000"/>
              </a:lnSpc>
              <a:spcBef>
                <a:spcPts val="0"/>
              </a:spcBef>
              <a:buClr>
                <a:srgbClr val="252525"/>
              </a:buClr>
              <a:buSzPct val="100000"/>
              <a:buChar char="●"/>
            </a:pPr>
            <a:r>
              <a:rPr lang="en" sz="1600">
                <a:solidFill>
                  <a:srgbClr val="252525"/>
                </a:solidFill>
                <a:highlight>
                  <a:srgbClr val="FFFFFF"/>
                </a:highlight>
              </a:rPr>
              <a:t>CLR accommodates multiple languages.</a:t>
            </a:r>
          </a:p>
          <a:p>
            <a:pPr indent="-330200" lvl="0" marL="457200">
              <a:lnSpc>
                <a:spcPct val="115000"/>
              </a:lnSpc>
              <a:spcBef>
                <a:spcPts val="0"/>
              </a:spcBef>
              <a:buClr>
                <a:srgbClr val="252525"/>
              </a:buClr>
              <a:buSzPct val="100000"/>
              <a:buChar char="●"/>
            </a:pPr>
            <a:r>
              <a:rPr lang="en" sz="1600">
                <a:solidFill>
                  <a:srgbClr val="252525"/>
                </a:solidFill>
                <a:highlight>
                  <a:srgbClr val="FFFFFF"/>
                </a:highlight>
              </a:rPr>
              <a:t>The classes and data types are common to all of the .NET languages.</a:t>
            </a:r>
          </a:p>
        </p:txBody>
      </p:sp>
      <p:pic>
        <p:nvPicPr>
          <p:cNvPr descr="Anders_Hejlsberg.jpg" id="67" name="Shape 67"/>
          <p:cNvPicPr preferRelativeResize="0"/>
          <p:nvPr/>
        </p:nvPicPr>
        <p:blipFill>
          <a:blip r:embed="rId3">
            <a:alphaModFix/>
          </a:blip>
          <a:stretch>
            <a:fillRect/>
          </a:stretch>
        </p:blipFill>
        <p:spPr>
          <a:xfrm>
            <a:off x="6744800" y="1277825"/>
            <a:ext cx="2232399" cy="2857500"/>
          </a:xfrm>
          <a:prstGeom prst="rect">
            <a:avLst/>
          </a:prstGeom>
          <a:noFill/>
          <a:ln>
            <a:noFill/>
          </a:ln>
        </p:spPr>
      </p:pic>
      <p:sp>
        <p:nvSpPr>
          <p:cNvPr id="68" name="Shape 68"/>
          <p:cNvSpPr txBox="1"/>
          <p:nvPr/>
        </p:nvSpPr>
        <p:spPr>
          <a:xfrm>
            <a:off x="6900975" y="4239050"/>
            <a:ext cx="2095500" cy="335400"/>
          </a:xfrm>
          <a:prstGeom prst="rect">
            <a:avLst/>
          </a:prstGeom>
          <a:noFill/>
          <a:ln>
            <a:noFill/>
          </a:ln>
        </p:spPr>
        <p:txBody>
          <a:bodyPr anchorCtr="0" anchor="t" bIns="91425" lIns="91425" rIns="91425" tIns="91425">
            <a:noAutofit/>
          </a:bodyPr>
          <a:lstStyle/>
          <a:p>
            <a:pPr lvl="0">
              <a:spcBef>
                <a:spcPts val="0"/>
              </a:spcBef>
              <a:buNone/>
            </a:pPr>
            <a:r>
              <a:rPr lang="en" sz="1800">
                <a:highlight>
                  <a:srgbClr val="FFFFFF"/>
                </a:highlight>
              </a:rPr>
              <a:t>Anders Hejlsberg</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2" name="Shape 72"/>
        <p:cNvGrpSpPr/>
        <p:nvPr/>
      </p:nvGrpSpPr>
      <p:grpSpPr>
        <a:xfrm>
          <a:off x="0" y="0"/>
          <a:ext cx="0" cy="0"/>
          <a:chOff x="0" y="0"/>
          <a:chExt cx="0" cy="0"/>
        </a:xfrm>
      </p:grpSpPr>
      <p:sp>
        <p:nvSpPr>
          <p:cNvPr id="73" name="Shape 73"/>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What you can do with C#</a:t>
            </a:r>
          </a:p>
        </p:txBody>
      </p:sp>
      <p:sp>
        <p:nvSpPr>
          <p:cNvPr id="74" name="Shape 74"/>
          <p:cNvSpPr txBox="1"/>
          <p:nvPr/>
        </p:nvSpPr>
        <p:spPr>
          <a:xfrm>
            <a:off x="315800" y="1297750"/>
            <a:ext cx="8050800" cy="3673200"/>
          </a:xfrm>
          <a:prstGeom prst="rect">
            <a:avLst/>
          </a:prstGeom>
          <a:noFill/>
          <a:ln>
            <a:noFill/>
          </a:ln>
        </p:spPr>
        <p:txBody>
          <a:bodyPr anchorCtr="0" anchor="t" bIns="91425" lIns="91425" rIns="91425" tIns="91425">
            <a:noAutofit/>
          </a:bodyPr>
          <a:lstStyle/>
          <a:p>
            <a:pPr indent="-342900" lvl="0" marL="457200" rtl="0">
              <a:lnSpc>
                <a:spcPct val="115000"/>
              </a:lnSpc>
              <a:spcBef>
                <a:spcPts val="0"/>
              </a:spcBef>
              <a:buSzPct val="100000"/>
              <a:buFont typeface="Roboto"/>
              <a:buChar char="●"/>
            </a:pPr>
            <a:r>
              <a:rPr lang="en" sz="1800">
                <a:latin typeface="Roboto"/>
                <a:ea typeface="Roboto"/>
                <a:cs typeface="Roboto"/>
                <a:sym typeface="Roboto"/>
              </a:rPr>
              <a:t>Web Applications</a:t>
            </a:r>
          </a:p>
          <a:p>
            <a:pPr indent="-342900" lvl="0" marL="457200" rtl="0">
              <a:lnSpc>
                <a:spcPct val="115000"/>
              </a:lnSpc>
              <a:spcBef>
                <a:spcPts val="0"/>
              </a:spcBef>
              <a:buSzPct val="100000"/>
              <a:buFont typeface="Roboto"/>
              <a:buChar char="●"/>
            </a:pPr>
            <a:r>
              <a:rPr lang="en" sz="1800">
                <a:latin typeface="Roboto"/>
                <a:ea typeface="Roboto"/>
                <a:cs typeface="Roboto"/>
                <a:sym typeface="Roboto"/>
              </a:rPr>
              <a:t>Console Applications</a:t>
            </a:r>
          </a:p>
          <a:p>
            <a:pPr indent="-342900" lvl="0" marL="457200" rtl="0">
              <a:lnSpc>
                <a:spcPct val="115000"/>
              </a:lnSpc>
              <a:spcBef>
                <a:spcPts val="0"/>
              </a:spcBef>
              <a:buSzPct val="100000"/>
              <a:buFont typeface="Roboto"/>
              <a:buChar char="●"/>
            </a:pPr>
            <a:r>
              <a:rPr lang="en" sz="1800">
                <a:latin typeface="Roboto"/>
                <a:ea typeface="Roboto"/>
                <a:cs typeface="Roboto"/>
                <a:sym typeface="Roboto"/>
              </a:rPr>
              <a:t>Windows Applications</a:t>
            </a:r>
          </a:p>
          <a:p>
            <a:pPr indent="-342900" lvl="0" marL="457200" rtl="0">
              <a:lnSpc>
                <a:spcPct val="115000"/>
              </a:lnSpc>
              <a:spcBef>
                <a:spcPts val="0"/>
              </a:spcBef>
              <a:buSzPct val="100000"/>
              <a:buFont typeface="Roboto"/>
              <a:buChar char="●"/>
            </a:pPr>
            <a:r>
              <a:rPr lang="en" sz="1800">
                <a:latin typeface="Roboto"/>
                <a:ea typeface="Roboto"/>
                <a:cs typeface="Roboto"/>
                <a:sym typeface="Roboto"/>
              </a:rPr>
              <a:t>Windows Phone Applications</a:t>
            </a:r>
          </a:p>
          <a:p>
            <a:pPr indent="-342900" lvl="0" marL="457200" rtl="0">
              <a:lnSpc>
                <a:spcPct val="115000"/>
              </a:lnSpc>
              <a:spcBef>
                <a:spcPts val="0"/>
              </a:spcBef>
              <a:buSzPct val="100000"/>
              <a:buFont typeface="Roboto"/>
              <a:buChar char="●"/>
            </a:pPr>
            <a:r>
              <a:rPr lang="en" sz="1800">
                <a:latin typeface="Roboto"/>
                <a:ea typeface="Roboto"/>
                <a:cs typeface="Roboto"/>
                <a:sym typeface="Roboto"/>
              </a:rPr>
              <a:t>Windows Service</a:t>
            </a:r>
          </a:p>
          <a:p>
            <a:pPr indent="-342900" lvl="0" marL="457200" rtl="0">
              <a:lnSpc>
                <a:spcPct val="115000"/>
              </a:lnSpc>
              <a:spcBef>
                <a:spcPts val="0"/>
              </a:spcBef>
              <a:buSzPct val="100000"/>
              <a:buFont typeface="Roboto"/>
              <a:buChar char="●"/>
            </a:pPr>
            <a:r>
              <a:rPr lang="en" sz="1800">
                <a:latin typeface="Roboto"/>
                <a:ea typeface="Roboto"/>
                <a:cs typeface="Roboto"/>
                <a:sym typeface="Roboto"/>
              </a:rPr>
              <a:t>WPF </a:t>
            </a:r>
          </a:p>
          <a:p>
            <a:pPr indent="-342900" lvl="0" marL="457200" rtl="0">
              <a:lnSpc>
                <a:spcPct val="115000"/>
              </a:lnSpc>
              <a:spcBef>
                <a:spcPts val="0"/>
              </a:spcBef>
              <a:buSzPct val="100000"/>
              <a:buFont typeface="Roboto"/>
              <a:buChar char="●"/>
            </a:pPr>
            <a:r>
              <a:rPr lang="en" sz="1800">
                <a:latin typeface="Roboto"/>
                <a:ea typeface="Roboto"/>
                <a:cs typeface="Roboto"/>
                <a:sym typeface="Roboto"/>
              </a:rPr>
              <a:t>Web Controls</a:t>
            </a:r>
          </a:p>
          <a:p>
            <a:pPr indent="-342900" lvl="0" marL="457200">
              <a:lnSpc>
                <a:spcPct val="115000"/>
              </a:lnSpc>
              <a:spcBef>
                <a:spcPts val="0"/>
              </a:spcBef>
              <a:buSzPct val="100000"/>
              <a:buFont typeface="Roboto"/>
              <a:buChar char="●"/>
            </a:pPr>
            <a:r>
              <a:rPr lang="en" sz="1800">
                <a:latin typeface="Roboto"/>
                <a:ea typeface="Roboto"/>
                <a:cs typeface="Roboto"/>
                <a:sym typeface="Roboto"/>
              </a:rPr>
              <a:t>Windows Controls etc.</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78" name="Shape 78"/>
        <p:cNvGrpSpPr/>
        <p:nvPr/>
      </p:nvGrpSpPr>
      <p:grpSpPr>
        <a:xfrm>
          <a:off x="0" y="0"/>
          <a:ext cx="0" cy="0"/>
          <a:chOff x="0" y="0"/>
          <a:chExt cx="0" cy="0"/>
        </a:xfrm>
      </p:grpSpPr>
      <p:sp>
        <p:nvSpPr>
          <p:cNvPr id="79" name="Shape 79"/>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Compilation in .NET</a:t>
            </a:r>
          </a:p>
        </p:txBody>
      </p:sp>
      <p:pic>
        <p:nvPicPr>
          <p:cNvPr descr="aspnet-session-1-13-638.jpg" id="80" name="Shape 80"/>
          <p:cNvPicPr preferRelativeResize="0"/>
          <p:nvPr/>
        </p:nvPicPr>
        <p:blipFill>
          <a:blip r:embed="rId3">
            <a:alphaModFix/>
          </a:blip>
          <a:stretch>
            <a:fillRect/>
          </a:stretch>
        </p:blipFill>
        <p:spPr>
          <a:xfrm>
            <a:off x="17175" y="1215775"/>
            <a:ext cx="9143999" cy="39277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84" name="Shape 84"/>
        <p:cNvGrpSpPr/>
        <p:nvPr/>
      </p:nvGrpSpPr>
      <p:grpSpPr>
        <a:xfrm>
          <a:off x="0" y="0"/>
          <a:ext cx="0" cy="0"/>
          <a:chOff x="0" y="0"/>
          <a:chExt cx="0" cy="0"/>
        </a:xfrm>
      </p:grpSpPr>
      <p:sp>
        <p:nvSpPr>
          <p:cNvPr id="85" name="Shape 85"/>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.NET Compilers</a:t>
            </a:r>
          </a:p>
        </p:txBody>
      </p:sp>
      <p:sp>
        <p:nvSpPr>
          <p:cNvPr id="86" name="Shape 86"/>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342900" lvl="0" marL="457200" rtl="0">
              <a:lnSpc>
                <a:spcPct val="115000"/>
              </a:lnSpc>
              <a:spcBef>
                <a:spcPts val="0"/>
              </a:spcBef>
              <a:buSzPct val="100000"/>
              <a:buChar char="●"/>
            </a:pPr>
            <a:r>
              <a:rPr lang="en" sz="1800"/>
              <a:t>C# Compilers</a:t>
            </a:r>
          </a:p>
          <a:p>
            <a:pPr indent="-342900" lvl="0" marL="457200" rtl="0">
              <a:lnSpc>
                <a:spcPct val="115000"/>
              </a:lnSpc>
              <a:spcBef>
                <a:spcPts val="0"/>
              </a:spcBef>
              <a:buSzPct val="100000"/>
              <a:buChar char="●"/>
            </a:pPr>
            <a:r>
              <a:rPr lang="en" sz="1800"/>
              <a:t>Visual basic compiler</a:t>
            </a:r>
          </a:p>
          <a:p>
            <a:pPr indent="-342900" lvl="0" marL="457200">
              <a:lnSpc>
                <a:spcPct val="115000"/>
              </a:lnSpc>
              <a:spcBef>
                <a:spcPts val="0"/>
              </a:spcBef>
              <a:buSzPct val="100000"/>
              <a:buChar char="●"/>
            </a:pPr>
            <a:r>
              <a:rPr lang="en" sz="1800"/>
              <a:t>C++ Compiler etc.</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0" name="Shape 90"/>
        <p:cNvGrpSpPr/>
        <p:nvPr/>
      </p:nvGrpSpPr>
      <p:grpSpPr>
        <a:xfrm>
          <a:off x="0" y="0"/>
          <a:ext cx="0" cy="0"/>
          <a:chOff x="0" y="0"/>
          <a:chExt cx="0" cy="0"/>
        </a:xfrm>
      </p:grpSpPr>
      <p:sp>
        <p:nvSpPr>
          <p:cNvPr id="91" name="Shape 91"/>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IL/MSIL</a:t>
            </a:r>
          </a:p>
        </p:txBody>
      </p:sp>
      <p:sp>
        <p:nvSpPr>
          <p:cNvPr id="92" name="Shape 92"/>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330200" lvl="0" marL="457200" rtl="0">
              <a:lnSpc>
                <a:spcPct val="150000"/>
              </a:lnSpc>
              <a:spcBef>
                <a:spcPts val="300"/>
              </a:spcBef>
              <a:spcAft>
                <a:spcPts val="100"/>
              </a:spcAft>
              <a:buClr>
                <a:srgbClr val="252525"/>
              </a:buClr>
              <a:buSzPct val="100000"/>
              <a:buChar char="●"/>
            </a:pPr>
            <a:r>
              <a:rPr lang="en" sz="1600">
                <a:solidFill>
                  <a:srgbClr val="252525"/>
                </a:solidFill>
                <a:highlight>
                  <a:srgbClr val="FFFFFF"/>
                </a:highlight>
              </a:rPr>
              <a:t>Intermediate Language / Microsoft Intermediate Language is a programming language .</a:t>
            </a:r>
          </a:p>
          <a:p>
            <a:pPr indent="-330200" lvl="0" marL="457200" rtl="0">
              <a:lnSpc>
                <a:spcPct val="150000"/>
              </a:lnSpc>
              <a:spcBef>
                <a:spcPts val="300"/>
              </a:spcBef>
              <a:spcAft>
                <a:spcPts val="100"/>
              </a:spcAft>
              <a:buClr>
                <a:srgbClr val="252525"/>
              </a:buClr>
              <a:buSzPct val="100000"/>
              <a:buChar char="●"/>
            </a:pPr>
            <a:r>
              <a:rPr lang="en" sz="1600">
                <a:solidFill>
                  <a:srgbClr val="252525"/>
                </a:solidFill>
                <a:highlight>
                  <a:srgbClr val="FFFFFF"/>
                </a:highlight>
              </a:rPr>
              <a:t>Lowest-level human-readable programming language.</a:t>
            </a:r>
          </a:p>
          <a:p>
            <a:pPr indent="-330200" lvl="0" marL="457200" rtl="0">
              <a:lnSpc>
                <a:spcPct val="150000"/>
              </a:lnSpc>
              <a:spcBef>
                <a:spcPts val="0"/>
              </a:spcBef>
              <a:buClr>
                <a:srgbClr val="252525"/>
              </a:buClr>
              <a:buSzPct val="100000"/>
              <a:buChar char="●"/>
            </a:pPr>
            <a:r>
              <a:rPr lang="en" sz="1600">
                <a:solidFill>
                  <a:srgbClr val="252525"/>
                </a:solidFill>
                <a:highlight>
                  <a:srgbClr val="FFFFFF"/>
                </a:highlight>
              </a:rPr>
              <a:t>Defined by the Common Language Infrastructure (CLI) specification.</a:t>
            </a:r>
          </a:p>
          <a:p>
            <a:pPr indent="-330200" lvl="0" marL="457200" rtl="0">
              <a:lnSpc>
                <a:spcPct val="150000"/>
              </a:lnSpc>
              <a:spcBef>
                <a:spcPts val="0"/>
              </a:spcBef>
              <a:buClr>
                <a:srgbClr val="252525"/>
              </a:buClr>
              <a:buSzPct val="100000"/>
              <a:buChar char="●"/>
            </a:pPr>
            <a:r>
              <a:rPr lang="en" sz="1600">
                <a:solidFill>
                  <a:srgbClr val="252525"/>
                </a:solidFill>
                <a:highlight>
                  <a:srgbClr val="FFFFFF"/>
                </a:highlight>
              </a:rPr>
              <a:t>Used by the .NET Framework and Mono.</a:t>
            </a:r>
          </a:p>
          <a:p>
            <a:pPr indent="-330200" lvl="0" marL="457200" rtl="0">
              <a:lnSpc>
                <a:spcPct val="150000"/>
              </a:lnSpc>
              <a:spcBef>
                <a:spcPts val="0"/>
              </a:spcBef>
              <a:buClr>
                <a:srgbClr val="252525"/>
              </a:buClr>
              <a:buSzPct val="100000"/>
              <a:buChar char="●"/>
            </a:pPr>
            <a:r>
              <a:rPr lang="en" sz="1600">
                <a:solidFill>
                  <a:srgbClr val="252525"/>
                </a:solidFill>
                <a:highlight>
                  <a:srgbClr val="FFFFFF"/>
                </a:highlight>
              </a:rPr>
              <a:t>CIL is a CPU- and platform-independent instruction.</a:t>
            </a:r>
          </a:p>
          <a:p>
            <a:pPr indent="-330200" lvl="0" marL="457200" rtl="0">
              <a:lnSpc>
                <a:spcPct val="150000"/>
              </a:lnSpc>
              <a:spcBef>
                <a:spcPts val="0"/>
              </a:spcBef>
              <a:buClr>
                <a:srgbClr val="252525"/>
              </a:buClr>
              <a:buSzPct val="100000"/>
              <a:buChar char="●"/>
            </a:pPr>
            <a:r>
              <a:rPr lang="en" sz="1600">
                <a:solidFill>
                  <a:srgbClr val="252525"/>
                </a:solidFill>
                <a:highlight>
                  <a:srgbClr val="FFFFFF"/>
                </a:highlight>
              </a:rPr>
              <a:t>Can be executed in any environment supporting the Common Language Infrastructure, such as the .NET runtime on Windows, or the cross-platform Mono runtime.</a:t>
            </a:r>
          </a:p>
          <a:p>
            <a:pPr indent="-330200" lvl="0" marL="457200" rtl="0">
              <a:lnSpc>
                <a:spcPct val="150000"/>
              </a:lnSpc>
              <a:spcBef>
                <a:spcPts val="0"/>
              </a:spcBef>
              <a:buClr>
                <a:srgbClr val="252525"/>
              </a:buClr>
              <a:buSzPct val="100000"/>
              <a:buChar char="●"/>
            </a:pPr>
            <a:r>
              <a:rPr lang="en" sz="1600">
                <a:solidFill>
                  <a:srgbClr val="252525"/>
                </a:solidFill>
                <a:highlight>
                  <a:srgbClr val="FFFFFF"/>
                </a:highlight>
              </a:rPr>
              <a:t> CIL code is verified for safety during runtime, providing better security and reliability    than natively compiled executable files.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96" name="Shape 96"/>
        <p:cNvGrpSpPr/>
        <p:nvPr/>
      </p:nvGrpSpPr>
      <p:grpSpPr>
        <a:xfrm>
          <a:off x="0" y="0"/>
          <a:ext cx="0" cy="0"/>
          <a:chOff x="0" y="0"/>
          <a:chExt cx="0" cy="0"/>
        </a:xfrm>
      </p:grpSpPr>
      <p:sp>
        <p:nvSpPr>
          <p:cNvPr id="97" name="Shape 97"/>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Managed Codes</a:t>
            </a:r>
          </a:p>
        </p:txBody>
      </p:sp>
      <p:sp>
        <p:nvSpPr>
          <p:cNvPr id="98" name="Shape 98"/>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330200" lvl="0" marL="457200" rtl="0">
              <a:lnSpc>
                <a:spcPct val="115000"/>
              </a:lnSpc>
              <a:spcBef>
                <a:spcPts val="0"/>
              </a:spcBef>
              <a:buSzPct val="100000"/>
              <a:buChar char="●"/>
            </a:pPr>
            <a:r>
              <a:rPr lang="en" sz="1600">
                <a:solidFill>
                  <a:srgbClr val="242729"/>
                </a:solidFill>
                <a:highlight>
                  <a:srgbClr val="FFFFFF"/>
                </a:highlight>
              </a:rPr>
              <a:t>Managed Code is what Visual Basic .NET and C# compilers create.</a:t>
            </a:r>
          </a:p>
          <a:p>
            <a:pPr indent="-330200" lvl="0" marL="457200" rtl="0">
              <a:lnSpc>
                <a:spcPct val="115000"/>
              </a:lnSpc>
              <a:spcBef>
                <a:spcPts val="0"/>
              </a:spcBef>
              <a:buClr>
                <a:srgbClr val="242729"/>
              </a:buClr>
              <a:buSzPct val="100000"/>
              <a:buChar char="●"/>
            </a:pPr>
            <a:r>
              <a:rPr lang="en" sz="1600">
                <a:solidFill>
                  <a:schemeClr val="dk1"/>
                </a:solidFill>
                <a:highlight>
                  <a:srgbClr val="FFFFFF"/>
                </a:highlight>
              </a:rPr>
              <a:t>Managed code is the code that is written to target the services of the managed runtime execution environment such as Common Language Runtime in .Net Technology.</a:t>
            </a:r>
          </a:p>
          <a:p>
            <a:pPr indent="-330200" lvl="0" marL="457200" rtl="0">
              <a:lnSpc>
                <a:spcPct val="115000"/>
              </a:lnSpc>
              <a:spcBef>
                <a:spcPts val="0"/>
              </a:spcBef>
              <a:buClr>
                <a:schemeClr val="dk1"/>
              </a:buClr>
              <a:buSzPct val="100000"/>
              <a:buChar char="●"/>
            </a:pPr>
            <a:r>
              <a:rPr lang="en" sz="1600">
                <a:solidFill>
                  <a:srgbClr val="252525"/>
                </a:solidFill>
                <a:highlight>
                  <a:srgbClr val="FFFFFF"/>
                </a:highlight>
              </a:rPr>
              <a:t>The term was coined by </a:t>
            </a:r>
            <a:r>
              <a:rPr lang="en" sz="1600">
                <a:solidFill>
                  <a:srgbClr val="0B0080"/>
                </a:solidFill>
                <a:highlight>
                  <a:srgbClr val="FFFFFF"/>
                </a:highlight>
                <a:hlinkClick r:id="rId3"/>
              </a:rPr>
              <a:t>Microsoft</a:t>
            </a:r>
            <a:r>
              <a:rPr lang="en" sz="1600">
                <a:solidFill>
                  <a:srgbClr val="252525"/>
                </a:solidFill>
                <a:highlight>
                  <a:srgbClr val="FFFFFF"/>
                </a:highlight>
              </a:rPr>
              <a:t>.</a:t>
            </a:r>
          </a:p>
          <a:p>
            <a:pPr indent="-330200" lvl="0" marL="457200" rtl="0">
              <a:lnSpc>
                <a:spcPct val="115000"/>
              </a:lnSpc>
              <a:spcBef>
                <a:spcPts val="0"/>
              </a:spcBef>
              <a:buClr>
                <a:schemeClr val="dk1"/>
              </a:buClr>
              <a:buSzPct val="100000"/>
              <a:buChar char="●"/>
            </a:pPr>
            <a:r>
              <a:rPr lang="en" sz="1600">
                <a:solidFill>
                  <a:srgbClr val="252525"/>
                </a:solidFill>
                <a:highlight>
                  <a:srgbClr val="FFFFFF"/>
                </a:highlight>
              </a:rPr>
              <a:t>Benefits of using managed code include programmer convenience and enhanced security guarantees.</a:t>
            </a:r>
          </a:p>
          <a:p>
            <a:pPr indent="-330200" lvl="0" marL="457200" rtl="0">
              <a:lnSpc>
                <a:spcPct val="115000"/>
              </a:lnSpc>
              <a:spcBef>
                <a:spcPts val="0"/>
              </a:spcBef>
              <a:buClr>
                <a:srgbClr val="252525"/>
              </a:buClr>
              <a:buSzPct val="100000"/>
              <a:buChar char="●"/>
            </a:pPr>
            <a:r>
              <a:rPr lang="en" sz="1600">
                <a:solidFill>
                  <a:srgbClr val="252525"/>
                </a:solidFill>
                <a:highlight>
                  <a:srgbClr val="FFFFFF"/>
                </a:highlight>
              </a:rPr>
              <a:t>Drawbacks include slower startup speed (the managed code must be JIT compiled by the VM) and generally increased use of system resources on any machine that is executing the code.</a:t>
            </a:r>
          </a:p>
          <a:p>
            <a:pPr indent="-330200" lvl="0" marL="457200" rtl="0">
              <a:lnSpc>
                <a:spcPct val="115000"/>
              </a:lnSpc>
              <a:spcBef>
                <a:spcPts val="0"/>
              </a:spcBef>
              <a:buClr>
                <a:srgbClr val="252525"/>
              </a:buClr>
              <a:buSzPct val="100000"/>
              <a:buChar char="●"/>
            </a:pPr>
            <a:r>
              <a:rPr lang="en" sz="1600">
                <a:solidFill>
                  <a:srgbClr val="252525"/>
                </a:solidFill>
                <a:highlight>
                  <a:srgbClr val="FFFFFF"/>
                </a:highlight>
              </a:rPr>
              <a:t>Managed code is code written in one of over twenty high-level programming languages that are available for use with the Microsoft .NET Framework, including C#, J#, Microsoft Visual Basic .NET, Microsoft JScript .NET.</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2" name="Shape 102"/>
        <p:cNvGrpSpPr/>
        <p:nvPr/>
      </p:nvGrpSpPr>
      <p:grpSpPr>
        <a:xfrm>
          <a:off x="0" y="0"/>
          <a:ext cx="0" cy="0"/>
          <a:chOff x="0" y="0"/>
          <a:chExt cx="0" cy="0"/>
        </a:xfrm>
      </p:grpSpPr>
      <p:sp>
        <p:nvSpPr>
          <p:cNvPr id="103" name="Shape 103"/>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Unmanaged Codes</a:t>
            </a:r>
          </a:p>
        </p:txBody>
      </p:sp>
      <p:sp>
        <p:nvSpPr>
          <p:cNvPr id="104" name="Shape 104"/>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330200" lvl="0" marL="457200" rtl="0">
              <a:spcBef>
                <a:spcPts val="0"/>
              </a:spcBef>
              <a:buSzPct val="100000"/>
              <a:buChar char="●"/>
            </a:pPr>
            <a:r>
              <a:rPr lang="en" sz="1600">
                <a:solidFill>
                  <a:srgbClr val="242729"/>
                </a:solidFill>
                <a:highlight>
                  <a:srgbClr val="FFFFFF"/>
                </a:highlight>
              </a:rPr>
              <a:t>Unmanaged code compiles straight to machine code.</a:t>
            </a:r>
          </a:p>
          <a:p>
            <a:pPr indent="-330200" lvl="0" marL="457200" rtl="0">
              <a:spcBef>
                <a:spcPts val="0"/>
              </a:spcBef>
              <a:buClr>
                <a:schemeClr val="dk1"/>
              </a:buClr>
              <a:buSzPct val="100000"/>
              <a:buChar char="●"/>
            </a:pPr>
            <a:r>
              <a:rPr lang="en" sz="1600">
                <a:solidFill>
                  <a:schemeClr val="dk1"/>
                </a:solidFill>
                <a:highlight>
                  <a:srgbClr val="FFFFFF"/>
                </a:highlight>
              </a:rPr>
              <a:t>D</a:t>
            </a:r>
            <a:r>
              <a:rPr lang="en" sz="1600">
                <a:solidFill>
                  <a:schemeClr val="dk1"/>
                </a:solidFill>
                <a:highlight>
                  <a:srgbClr val="FFFFFF"/>
                </a:highlight>
              </a:rPr>
              <a:t>irectly executed by the Operating System.</a:t>
            </a:r>
          </a:p>
          <a:p>
            <a:pPr indent="-330200" lvl="0" marL="457200" rtl="0">
              <a:spcBef>
                <a:spcPts val="0"/>
              </a:spcBef>
              <a:buClr>
                <a:schemeClr val="dk1"/>
              </a:buClr>
              <a:buSzPct val="100000"/>
              <a:buChar char="●"/>
            </a:pPr>
            <a:r>
              <a:rPr lang="en" sz="1600">
                <a:solidFill>
                  <a:schemeClr val="dk1"/>
                </a:solidFill>
                <a:highlight>
                  <a:srgbClr val="FFFFFF"/>
                </a:highlight>
              </a:rPr>
              <a:t>Unmanaged executable files are basically a binary image, x86 code, directly loaded into memory.</a:t>
            </a:r>
          </a:p>
          <a:p>
            <a:pPr indent="-330200" lvl="0" marL="457200" rtl="0">
              <a:spcBef>
                <a:spcPts val="0"/>
              </a:spcBef>
              <a:buClr>
                <a:schemeClr val="dk1"/>
              </a:buClr>
              <a:buSzPct val="100000"/>
              <a:buChar char="●"/>
            </a:pPr>
            <a:r>
              <a:rPr lang="en" sz="1600">
                <a:solidFill>
                  <a:srgbClr val="242729"/>
                </a:solidFill>
                <a:highlight>
                  <a:srgbClr val="FFFFFF"/>
                </a:highlight>
              </a:rPr>
              <a:t>Used to make before Visual Studio .NET 2002 was released.</a:t>
            </a:r>
          </a:p>
          <a:p>
            <a:pPr indent="-330200" lvl="0" marL="457200" rtl="0">
              <a:spcBef>
                <a:spcPts val="0"/>
              </a:spcBef>
              <a:buClr>
                <a:srgbClr val="242729"/>
              </a:buClr>
              <a:buSzPct val="100000"/>
              <a:buChar char="●"/>
            </a:pPr>
            <a:r>
              <a:rPr lang="en" sz="1600">
                <a:solidFill>
                  <a:srgbClr val="242729"/>
                </a:solidFill>
                <a:highlight>
                  <a:srgbClr val="FFFFFF"/>
                </a:highlight>
              </a:rPr>
              <a:t>Visual Basic 6, Visual C++ 6, heck, even that 15-year old C compiler you may still have kicking around on your hard drive all produced unmanaged code.</a:t>
            </a:r>
          </a:p>
          <a:p>
            <a:pPr lvl="0" rtl="0">
              <a:spcBef>
                <a:spcPts val="0"/>
              </a:spcBef>
              <a:buNone/>
            </a:pPr>
            <a:r>
              <a:t/>
            </a:r>
            <a:endParaRPr sz="1150">
              <a:solidFill>
                <a:srgbClr val="242729"/>
              </a:solidFill>
              <a:highlight>
                <a:srgbClr val="FFFFFF"/>
              </a:high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08" name="Shape 108"/>
        <p:cNvGrpSpPr/>
        <p:nvPr/>
      </p:nvGrpSpPr>
      <p:grpSpPr>
        <a:xfrm>
          <a:off x="0" y="0"/>
          <a:ext cx="0" cy="0"/>
          <a:chOff x="0" y="0"/>
          <a:chExt cx="0" cy="0"/>
        </a:xfrm>
      </p:grpSpPr>
      <p:sp>
        <p:nvSpPr>
          <p:cNvPr id="109" name="Shape 109"/>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CLR</a:t>
            </a:r>
          </a:p>
        </p:txBody>
      </p:sp>
      <p:sp>
        <p:nvSpPr>
          <p:cNvPr id="110" name="Shape 110"/>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228600" lvl="0" marL="457200" rtl="0">
              <a:spcBef>
                <a:spcPts val="0"/>
              </a:spcBef>
              <a:buFont typeface="Roboto"/>
              <a:buChar char="●"/>
            </a:pPr>
            <a:r>
              <a:rPr lang="en">
                <a:solidFill>
                  <a:srgbClr val="252525"/>
                </a:solidFill>
                <a:highlight>
                  <a:srgbClr val="FFFFFF"/>
                </a:highlight>
              </a:rPr>
              <a:t>Provides infrastructure for .NET code compilation &amp; execution</a:t>
            </a:r>
          </a:p>
          <a:p>
            <a:pPr indent="-228600" lvl="0" marL="457200" rtl="0">
              <a:spcBef>
                <a:spcPts val="0"/>
              </a:spcBef>
              <a:buClr>
                <a:srgbClr val="252525"/>
              </a:buClr>
              <a:buChar char="●"/>
            </a:pPr>
            <a:r>
              <a:rPr lang="en">
                <a:solidFill>
                  <a:srgbClr val="252525"/>
                </a:solidFill>
                <a:highlight>
                  <a:srgbClr val="FFFFFF"/>
                </a:highlight>
              </a:rPr>
              <a:t>CLR is the heart of the .NET framework</a:t>
            </a:r>
          </a:p>
          <a:p>
            <a:pPr indent="-228600" lvl="0" marL="457200" rtl="0">
              <a:spcBef>
                <a:spcPts val="0"/>
              </a:spcBef>
              <a:buClr>
                <a:srgbClr val="252525"/>
              </a:buClr>
              <a:buChar char="●"/>
            </a:pPr>
            <a:r>
              <a:rPr lang="en">
                <a:solidFill>
                  <a:srgbClr val="252525"/>
                </a:solidFill>
                <a:highlight>
                  <a:srgbClr val="FFFFFF"/>
                </a:highlight>
              </a:rPr>
              <a:t>Work with only managed codes</a:t>
            </a:r>
          </a:p>
          <a:p>
            <a:pPr indent="-228600" lvl="0" marL="457200" rtl="0">
              <a:spcBef>
                <a:spcPts val="0"/>
              </a:spcBef>
              <a:buClr>
                <a:srgbClr val="252525"/>
              </a:buClr>
              <a:buChar char="●"/>
            </a:pPr>
            <a:r>
              <a:rPr lang="en">
                <a:solidFill>
                  <a:srgbClr val="252525"/>
                </a:solidFill>
                <a:highlight>
                  <a:srgbClr val="FFFFFF"/>
                </a:highlight>
              </a:rPr>
              <a:t>In CLR, JIT compiler produces native codes from MSIL.</a:t>
            </a:r>
          </a:p>
          <a:p>
            <a:pPr indent="-228600" lvl="0" marL="457200" rtl="0">
              <a:spcBef>
                <a:spcPts val="0"/>
              </a:spcBef>
              <a:buClr>
                <a:srgbClr val="252525"/>
              </a:buClr>
              <a:buChar char="●"/>
            </a:pPr>
            <a:r>
              <a:rPr lang="en">
                <a:solidFill>
                  <a:srgbClr val="252525"/>
                </a:solidFill>
                <a:highlight>
                  <a:srgbClr val="FFFFFF"/>
                </a:highlight>
              </a:rPr>
              <a:t>The ability to easily use components developed in other languages.</a:t>
            </a:r>
          </a:p>
          <a:p>
            <a:pPr indent="-228600" lvl="0" marL="457200" rtl="0">
              <a:lnSpc>
                <a:spcPct val="115000"/>
              </a:lnSpc>
              <a:spcBef>
                <a:spcPts val="300"/>
              </a:spcBef>
              <a:spcAft>
                <a:spcPts val="100"/>
              </a:spcAft>
              <a:buClr>
                <a:srgbClr val="252525"/>
              </a:buClr>
              <a:buChar char="●"/>
            </a:pPr>
            <a:r>
              <a:rPr lang="en">
                <a:solidFill>
                  <a:srgbClr val="252525"/>
                </a:solidFill>
                <a:highlight>
                  <a:srgbClr val="FFFFFF"/>
                </a:highlight>
              </a:rPr>
              <a:t>Language features such as inheritance, interfaces, and overloading for object-oriented programming.</a:t>
            </a:r>
          </a:p>
          <a:p>
            <a:pPr indent="-228600" lvl="0" marL="457200" rtl="0">
              <a:lnSpc>
                <a:spcPct val="115000"/>
              </a:lnSpc>
              <a:spcBef>
                <a:spcPts val="300"/>
              </a:spcBef>
              <a:spcAft>
                <a:spcPts val="100"/>
              </a:spcAft>
              <a:buClr>
                <a:srgbClr val="252525"/>
              </a:buClr>
              <a:buChar char="●"/>
            </a:pPr>
            <a:r>
              <a:rPr lang="en">
                <a:solidFill>
                  <a:srgbClr val="252525"/>
                </a:solidFill>
                <a:highlight>
                  <a:srgbClr val="FFFFFF"/>
                </a:highlight>
              </a:rPr>
              <a:t>Support for threads that allows creation of multithreaded, scalable applications.</a:t>
            </a:r>
          </a:p>
          <a:p>
            <a:pPr indent="-228600" lvl="0" marL="457200" rtl="0">
              <a:lnSpc>
                <a:spcPct val="115000"/>
              </a:lnSpc>
              <a:spcBef>
                <a:spcPts val="300"/>
              </a:spcBef>
              <a:spcAft>
                <a:spcPts val="100"/>
              </a:spcAft>
              <a:buClr>
                <a:srgbClr val="252525"/>
              </a:buClr>
              <a:buChar char="●"/>
            </a:pPr>
            <a:r>
              <a:rPr lang="en">
                <a:solidFill>
                  <a:srgbClr val="252525"/>
                </a:solidFill>
                <a:highlight>
                  <a:srgbClr val="FFFFFF"/>
                </a:highlight>
              </a:rPr>
              <a:t>Support for structured exception handling.</a:t>
            </a:r>
          </a:p>
          <a:p>
            <a:pPr indent="-228600" lvl="0" marL="457200" rtl="0">
              <a:lnSpc>
                <a:spcPct val="115000"/>
              </a:lnSpc>
              <a:spcBef>
                <a:spcPts val="300"/>
              </a:spcBef>
              <a:spcAft>
                <a:spcPts val="100"/>
              </a:spcAft>
              <a:buClr>
                <a:srgbClr val="252525"/>
              </a:buClr>
              <a:buChar char="●"/>
            </a:pPr>
            <a:r>
              <a:rPr lang="en">
                <a:solidFill>
                  <a:srgbClr val="252525"/>
                </a:solidFill>
                <a:highlight>
                  <a:srgbClr val="FFFFFF"/>
                </a:highlight>
              </a:rPr>
              <a:t>Support for custom attributes.</a:t>
            </a:r>
          </a:p>
          <a:p>
            <a:pPr indent="-228600" lvl="0" marL="457200" rtl="0">
              <a:lnSpc>
                <a:spcPct val="115000"/>
              </a:lnSpc>
              <a:spcBef>
                <a:spcPts val="300"/>
              </a:spcBef>
              <a:spcAft>
                <a:spcPts val="100"/>
              </a:spcAft>
              <a:buClr>
                <a:srgbClr val="252525"/>
              </a:buClr>
              <a:buChar char="●"/>
            </a:pPr>
            <a:r>
              <a:rPr lang="en">
                <a:solidFill>
                  <a:srgbClr val="252525"/>
                </a:solidFill>
                <a:highlight>
                  <a:srgbClr val="FFFFFF"/>
                </a:highlight>
              </a:rPr>
              <a:t>Garbage collection.</a:t>
            </a:r>
          </a:p>
          <a:p>
            <a:pPr indent="-228600" lvl="0" marL="457200" rtl="0">
              <a:spcBef>
                <a:spcPts val="0"/>
              </a:spcBef>
              <a:buClr>
                <a:srgbClr val="252525"/>
              </a:buClr>
              <a:buChar char="●"/>
            </a:pPr>
            <a:r>
              <a:rPr lang="en">
                <a:solidFill>
                  <a:srgbClr val="252525"/>
                </a:solidFill>
                <a:highlight>
                  <a:srgbClr val="FFFFFF"/>
                </a:highlight>
              </a:rPr>
              <a:t>All versions of the .NET framework include CLR.</a:t>
            </a:r>
          </a:p>
          <a:p>
            <a:pPr lvl="0" rtl="0">
              <a:spcBef>
                <a:spcPts val="0"/>
              </a:spcBef>
              <a:buNone/>
            </a:pPr>
            <a:r>
              <a:t/>
            </a:r>
            <a:endParaRPr sz="1050">
              <a:solidFill>
                <a:srgbClr val="252525"/>
              </a:solidFill>
              <a:highlight>
                <a:srgbClr val="FFFFFF"/>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14" name="Shape 114"/>
        <p:cNvGrpSpPr/>
        <p:nvPr/>
      </p:nvGrpSpPr>
      <p:grpSpPr>
        <a:xfrm>
          <a:off x="0" y="0"/>
          <a:ext cx="0" cy="0"/>
          <a:chOff x="0" y="0"/>
          <a:chExt cx="0" cy="0"/>
        </a:xfrm>
      </p:grpSpPr>
      <p:sp>
        <p:nvSpPr>
          <p:cNvPr id="115" name="Shape 115"/>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CLS &amp; CTS</a:t>
            </a:r>
          </a:p>
        </p:txBody>
      </p:sp>
      <p:sp>
        <p:nvSpPr>
          <p:cNvPr id="116" name="Shape 116"/>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228600" lvl="0" marL="457200" rtl="0">
              <a:spcBef>
                <a:spcPts val="0"/>
              </a:spcBef>
              <a:buChar char="●"/>
            </a:pPr>
            <a:r>
              <a:rPr lang="en">
                <a:solidFill>
                  <a:srgbClr val="2A2A2A"/>
                </a:solidFill>
              </a:rPr>
              <a:t>The Common Language Specification (CLS), which is a set of basic language features needed by many applications, has been defined.</a:t>
            </a:r>
          </a:p>
          <a:p>
            <a:pPr indent="-228600" lvl="0" marL="457200" rtl="0">
              <a:spcBef>
                <a:spcPts val="0"/>
              </a:spcBef>
              <a:buClr>
                <a:srgbClr val="2A2A2A"/>
              </a:buClr>
              <a:buChar char="●"/>
            </a:pPr>
            <a:r>
              <a:rPr lang="en">
                <a:solidFill>
                  <a:srgbClr val="2A2A2A"/>
                </a:solidFill>
              </a:rPr>
              <a:t>CLS helps enhance and ensure language interoperability by defining a set of features that developers can rely on to be available in a wide variety of languages.</a:t>
            </a:r>
          </a:p>
          <a:p>
            <a:pPr indent="-228600" lvl="0" marL="457200" rtl="0">
              <a:lnSpc>
                <a:spcPct val="135000"/>
              </a:lnSpc>
              <a:spcBef>
                <a:spcPts val="0"/>
              </a:spcBef>
              <a:buClr>
                <a:schemeClr val="dk1"/>
              </a:buClr>
              <a:buChar char="●"/>
            </a:pPr>
            <a:r>
              <a:rPr lang="en">
                <a:solidFill>
                  <a:srgbClr val="2A2A2A"/>
                </a:solidFill>
              </a:rPr>
              <a:t>Establishes a framework that helps enable cross-language integration, type safety, and high-performance code execution.</a:t>
            </a:r>
          </a:p>
          <a:p>
            <a:pPr indent="-228600" lvl="0" marL="457200" rtl="0">
              <a:spcBef>
                <a:spcPts val="0"/>
              </a:spcBef>
              <a:buClr>
                <a:srgbClr val="2A2A2A"/>
              </a:buClr>
              <a:buChar char="●"/>
            </a:pPr>
            <a:r>
              <a:rPr lang="en">
                <a:solidFill>
                  <a:srgbClr val="2A2A2A"/>
                </a:solidFill>
              </a:rPr>
              <a:t>The CLS rules define a subset of the Common Type System.</a:t>
            </a:r>
          </a:p>
          <a:p>
            <a:pPr indent="-228600" lvl="0" marL="457200" rtl="0">
              <a:lnSpc>
                <a:spcPct val="135000"/>
              </a:lnSpc>
              <a:spcBef>
                <a:spcPts val="0"/>
              </a:spcBef>
              <a:buClr>
                <a:schemeClr val="dk1"/>
              </a:buClr>
              <a:buChar char="●"/>
            </a:pPr>
            <a:r>
              <a:rPr b="1" lang="en">
                <a:solidFill>
                  <a:srgbClr val="252525"/>
                </a:solidFill>
                <a:highlight>
                  <a:srgbClr val="FFFFFF"/>
                </a:highlight>
              </a:rPr>
              <a:t>Common Type System</a:t>
            </a:r>
            <a:r>
              <a:rPr lang="en">
                <a:solidFill>
                  <a:srgbClr val="252525"/>
                </a:solidFill>
                <a:highlight>
                  <a:srgbClr val="FFFFFF"/>
                </a:highlight>
              </a:rPr>
              <a:t> (</a:t>
            </a:r>
            <a:r>
              <a:rPr b="1" lang="en">
                <a:solidFill>
                  <a:srgbClr val="252525"/>
                </a:solidFill>
                <a:highlight>
                  <a:srgbClr val="FFFFFF"/>
                </a:highlight>
              </a:rPr>
              <a:t>CTS</a:t>
            </a:r>
            <a:r>
              <a:rPr lang="en">
                <a:solidFill>
                  <a:srgbClr val="252525"/>
                </a:solidFill>
                <a:highlight>
                  <a:srgbClr val="FFFFFF"/>
                </a:highlight>
              </a:rPr>
              <a:t>) is a standard that specifies how type definitions and specific values of types are represented in computer memory.</a:t>
            </a:r>
          </a:p>
          <a:p>
            <a:pPr indent="-228600" lvl="0" marL="457200" rtl="0">
              <a:spcBef>
                <a:spcPts val="0"/>
              </a:spcBef>
              <a:buClr>
                <a:srgbClr val="252525"/>
              </a:buClr>
              <a:buChar char="●"/>
            </a:pPr>
            <a:r>
              <a:rPr lang="en">
                <a:solidFill>
                  <a:srgbClr val="252525"/>
                </a:solidFill>
                <a:highlight>
                  <a:srgbClr val="FFFFFF"/>
                </a:highlight>
              </a:rPr>
              <a:t>The specification for the CTS is contained in Ecma standard 335, "Common Language Infrastructure (CLI) .</a:t>
            </a:r>
          </a:p>
          <a:p>
            <a:pPr lvl="0" rtl="0">
              <a:lnSpc>
                <a:spcPct val="135000"/>
              </a:lnSpc>
              <a:spcBef>
                <a:spcPts val="0"/>
              </a:spcBef>
              <a:buNone/>
            </a:pPr>
            <a:r>
              <a:t/>
            </a:r>
            <a:endParaRPr>
              <a:solidFill>
                <a:srgbClr val="2A2A2A"/>
              </a:solidFill>
            </a:endParaRPr>
          </a:p>
          <a:p>
            <a:pPr lvl="0" rtl="0">
              <a:spcBef>
                <a:spcPts val="0"/>
              </a:spcBef>
              <a:buNone/>
            </a:pPr>
            <a:r>
              <a:t/>
            </a:r>
            <a:endParaRPr sz="1000">
              <a:solidFill>
                <a:srgbClr val="2A2A2A"/>
              </a:solidFill>
              <a:latin typeface="Verdana"/>
              <a:ea typeface="Verdana"/>
              <a:cs typeface="Verdana"/>
              <a:sym typeface="Verdan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0" name="Shape 120"/>
        <p:cNvGrpSpPr/>
        <p:nvPr/>
      </p:nvGrpSpPr>
      <p:grpSpPr>
        <a:xfrm>
          <a:off x="0" y="0"/>
          <a:ext cx="0" cy="0"/>
          <a:chOff x="0" y="0"/>
          <a:chExt cx="0" cy="0"/>
        </a:xfrm>
      </p:grpSpPr>
      <p:sp>
        <p:nvSpPr>
          <p:cNvPr id="121" name="Shape 121"/>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CLS &amp; CTS (Cont</a:t>
            </a:r>
            <a:r>
              <a:rPr lang="en"/>
              <a:t>’d</a:t>
            </a:r>
            <a:r>
              <a:rPr lang="en">
                <a:solidFill>
                  <a:srgbClr val="DA0002"/>
                </a:solidFill>
              </a:rPr>
              <a:t>)</a:t>
            </a:r>
          </a:p>
        </p:txBody>
      </p:sp>
      <p:sp>
        <p:nvSpPr>
          <p:cNvPr id="122" name="Shape 122"/>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228600" lvl="0" marL="457200" rtl="0">
              <a:lnSpc>
                <a:spcPct val="135000"/>
              </a:lnSpc>
              <a:spcBef>
                <a:spcPts val="0"/>
              </a:spcBef>
              <a:buClr>
                <a:srgbClr val="2A2A2A"/>
              </a:buClr>
              <a:buChar char="●"/>
            </a:pPr>
            <a:r>
              <a:rPr lang="en">
                <a:solidFill>
                  <a:srgbClr val="2A2A2A"/>
                </a:solidFill>
              </a:rPr>
              <a:t>Provides an object-oriented model that supports the complete implementation of many programming languages.</a:t>
            </a:r>
          </a:p>
          <a:p>
            <a:pPr indent="-228600" lvl="0" marL="457200" rtl="0">
              <a:lnSpc>
                <a:spcPct val="135000"/>
              </a:lnSpc>
              <a:spcBef>
                <a:spcPts val="0"/>
              </a:spcBef>
              <a:buClr>
                <a:schemeClr val="dk1"/>
              </a:buClr>
              <a:buChar char="●"/>
            </a:pPr>
            <a:r>
              <a:rPr lang="en">
                <a:solidFill>
                  <a:srgbClr val="2A2A2A"/>
                </a:solidFill>
              </a:rPr>
              <a:t>Provides a library that contains the primitive data types (such as </a:t>
            </a:r>
            <a:r>
              <a:rPr lang="en">
                <a:solidFill>
                  <a:srgbClr val="00709F"/>
                </a:solidFill>
                <a:hlinkClick r:id="rId3"/>
              </a:rPr>
              <a:t>Boolean</a:t>
            </a:r>
            <a:r>
              <a:rPr lang="en">
                <a:solidFill>
                  <a:srgbClr val="2A2A2A"/>
                </a:solidFill>
              </a:rPr>
              <a:t>, </a:t>
            </a:r>
            <a:r>
              <a:rPr lang="en">
                <a:solidFill>
                  <a:srgbClr val="00709F"/>
                </a:solidFill>
                <a:hlinkClick r:id="rId4"/>
              </a:rPr>
              <a:t>Byte</a:t>
            </a:r>
            <a:r>
              <a:rPr lang="en">
                <a:solidFill>
                  <a:srgbClr val="2A2A2A"/>
                </a:solidFill>
              </a:rPr>
              <a:t>, </a:t>
            </a:r>
            <a:r>
              <a:rPr lang="en">
                <a:solidFill>
                  <a:srgbClr val="00709F"/>
                </a:solidFill>
                <a:hlinkClick r:id="rId5"/>
              </a:rPr>
              <a:t>Char</a:t>
            </a:r>
            <a:r>
              <a:rPr lang="en">
                <a:solidFill>
                  <a:srgbClr val="2A2A2A"/>
                </a:solidFill>
              </a:rPr>
              <a:t>, </a:t>
            </a:r>
            <a:r>
              <a:rPr lang="en">
                <a:solidFill>
                  <a:srgbClr val="00709F"/>
                </a:solidFill>
                <a:hlinkClick r:id="rId6"/>
              </a:rPr>
              <a:t>Int32</a:t>
            </a:r>
            <a:r>
              <a:rPr lang="en">
                <a:solidFill>
                  <a:srgbClr val="2A2A2A"/>
                </a:solidFill>
              </a:rPr>
              <a:t>, and </a:t>
            </a:r>
            <a:r>
              <a:rPr lang="en">
                <a:solidFill>
                  <a:srgbClr val="00709F"/>
                </a:solidFill>
                <a:hlinkClick r:id="rId7"/>
              </a:rPr>
              <a:t>UInt64</a:t>
            </a:r>
            <a:r>
              <a:rPr lang="en">
                <a:solidFill>
                  <a:srgbClr val="2A2A2A"/>
                </a:solidFill>
              </a:rPr>
              <a:t>) used in application development.</a:t>
            </a:r>
          </a:p>
          <a:p>
            <a:pPr indent="-228600" lvl="0" marL="457200" rtl="0">
              <a:lnSpc>
                <a:spcPct val="135000"/>
              </a:lnSpc>
              <a:spcBef>
                <a:spcPts val="0"/>
              </a:spcBef>
              <a:buClr>
                <a:srgbClr val="2A2A2A"/>
              </a:buClr>
              <a:buChar char="●"/>
            </a:pPr>
            <a:r>
              <a:rPr lang="en">
                <a:solidFill>
                  <a:srgbClr val="2A2A2A"/>
                </a:solidFill>
              </a:rPr>
              <a:t>Defines rules that languages must follow, which helps ensure that objects written in different languages can interact with each other.</a:t>
            </a:r>
          </a:p>
          <a:p>
            <a:pPr lvl="0" rtl="0">
              <a:spcBef>
                <a:spcPts val="0"/>
              </a:spcBef>
              <a:buNone/>
            </a:pPr>
            <a:r>
              <a:t/>
            </a:r>
            <a:endParaRPr b="1">
              <a:solidFill>
                <a:srgbClr val="252525"/>
              </a:solidFill>
              <a:highlight>
                <a:srgbClr val="FFFFFF"/>
              </a:highlight>
            </a:endParaRPr>
          </a:p>
          <a:p>
            <a:pPr lvl="0" rtl="0">
              <a:spcBef>
                <a:spcPts val="0"/>
              </a:spcBef>
              <a:buNone/>
            </a:pPr>
            <a:r>
              <a:t/>
            </a:r>
            <a:endParaRPr sz="1000">
              <a:solidFill>
                <a:srgbClr val="2A2A2A"/>
              </a:solidFill>
              <a:latin typeface="Verdana"/>
              <a:ea typeface="Verdana"/>
              <a:cs typeface="Verdana"/>
              <a:sym typeface="Verdan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26" name="Shape 126"/>
        <p:cNvGrpSpPr/>
        <p:nvPr/>
      </p:nvGrpSpPr>
      <p:grpSpPr>
        <a:xfrm>
          <a:off x="0" y="0"/>
          <a:ext cx="0" cy="0"/>
          <a:chOff x="0" y="0"/>
          <a:chExt cx="0" cy="0"/>
        </a:xfrm>
      </p:grpSpPr>
      <p:sp>
        <p:nvSpPr>
          <p:cNvPr id="127" name="Shape 127"/>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JIT Compiler</a:t>
            </a:r>
          </a:p>
        </p:txBody>
      </p:sp>
      <p:sp>
        <p:nvSpPr>
          <p:cNvPr id="128" name="Shape 128"/>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228600" lvl="0" marL="457200" rtl="0">
              <a:lnSpc>
                <a:spcPct val="115000"/>
              </a:lnSpc>
              <a:spcBef>
                <a:spcPts val="0"/>
              </a:spcBef>
              <a:buFont typeface="Roboto"/>
              <a:buChar char="●"/>
            </a:pPr>
            <a:r>
              <a:rPr lang="en">
                <a:solidFill>
                  <a:srgbClr val="252525"/>
                </a:solidFill>
                <a:highlight>
                  <a:srgbClr val="FFFFFF"/>
                </a:highlight>
              </a:rPr>
              <a:t>The JIT compiler reads the bytecodes(IL) in many sections and compiles them dynamically into machine language so the program can run faster. This can be done per-file, per-function or even on any arbitrary code fragment; the code can be compiled when it is about to be executed (hence the name "just-in-time"), and then cached and reused later without needing to be recompiled.</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2" name="Shape 132"/>
        <p:cNvGrpSpPr/>
        <p:nvPr/>
      </p:nvGrpSpPr>
      <p:grpSpPr>
        <a:xfrm>
          <a:off x="0" y="0"/>
          <a:ext cx="0" cy="0"/>
          <a:chOff x="0" y="0"/>
          <a:chExt cx="0" cy="0"/>
        </a:xfrm>
      </p:grpSpPr>
      <p:sp>
        <p:nvSpPr>
          <p:cNvPr id="133" name="Shape 133"/>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Clr>
                <a:srgbClr val="000000"/>
              </a:buClr>
              <a:buSzPct val="30555"/>
              <a:buFont typeface="Arial"/>
              <a:buNone/>
            </a:pPr>
            <a:r>
              <a:rPr lang="en"/>
              <a:t>DLL, Assembly, GAC, Versioning</a:t>
            </a:r>
          </a:p>
        </p:txBody>
      </p:sp>
      <p:sp>
        <p:nvSpPr>
          <p:cNvPr id="134" name="Shape 134"/>
          <p:cNvSpPr txBox="1"/>
          <p:nvPr/>
        </p:nvSpPr>
        <p:spPr>
          <a:xfrm>
            <a:off x="327775" y="1334900"/>
            <a:ext cx="8540100" cy="3993600"/>
          </a:xfrm>
          <a:prstGeom prst="rect">
            <a:avLst/>
          </a:prstGeom>
          <a:noFill/>
          <a:ln>
            <a:noFill/>
          </a:ln>
        </p:spPr>
        <p:txBody>
          <a:bodyPr anchorCtr="0" anchor="t" bIns="91425" lIns="91425" rIns="91425" tIns="91425">
            <a:noAutofit/>
          </a:bodyPr>
          <a:lstStyle/>
          <a:p>
            <a:pPr indent="-228600" lvl="0" marL="457200" rtl="0">
              <a:lnSpc>
                <a:spcPct val="150000"/>
              </a:lnSpc>
              <a:spcBef>
                <a:spcPts val="0"/>
              </a:spcBef>
              <a:buClr>
                <a:srgbClr val="2A2A2A"/>
              </a:buClr>
              <a:buChar char="●"/>
            </a:pPr>
            <a:r>
              <a:rPr lang="en">
                <a:solidFill>
                  <a:srgbClr val="2A2A2A"/>
                </a:solidFill>
              </a:rPr>
              <a:t>An assembly is a collection of types and resources that forms a logical unit of functionality.</a:t>
            </a:r>
          </a:p>
          <a:p>
            <a:pPr indent="-228600" lvl="0" marL="457200" rtl="0">
              <a:lnSpc>
                <a:spcPct val="150000"/>
              </a:lnSpc>
              <a:spcBef>
                <a:spcPts val="0"/>
              </a:spcBef>
              <a:buClr>
                <a:srgbClr val="2A2A2A"/>
              </a:buClr>
              <a:buChar char="●"/>
            </a:pPr>
            <a:r>
              <a:rPr lang="en">
                <a:solidFill>
                  <a:srgbClr val="2A2A2A"/>
                </a:solidFill>
              </a:rPr>
              <a:t>Each assembly is stored as an .exe or .dll file.</a:t>
            </a:r>
          </a:p>
          <a:p>
            <a:pPr indent="-228600" lvl="0" marL="457200" rtl="0">
              <a:lnSpc>
                <a:spcPct val="150000"/>
              </a:lnSpc>
              <a:spcBef>
                <a:spcPts val="0"/>
              </a:spcBef>
              <a:buClr>
                <a:srgbClr val="2A2A2A"/>
              </a:buClr>
              <a:buChar char="●"/>
            </a:pPr>
            <a:r>
              <a:rPr lang="en">
                <a:solidFill>
                  <a:srgbClr val="2A2A2A"/>
                </a:solidFill>
              </a:rPr>
              <a:t>A dynamic linking library (DLL) is linked to your program at run time.</a:t>
            </a:r>
          </a:p>
          <a:p>
            <a:pPr indent="-228600" lvl="0" marL="457200" rtl="0">
              <a:lnSpc>
                <a:spcPct val="150000"/>
              </a:lnSpc>
              <a:spcBef>
                <a:spcPts val="0"/>
              </a:spcBef>
              <a:buClr>
                <a:srgbClr val="2A2A2A"/>
              </a:buClr>
              <a:buChar char="●"/>
            </a:pPr>
            <a:r>
              <a:rPr lang="en">
                <a:solidFill>
                  <a:srgbClr val="2A2A2A"/>
                </a:solidFill>
              </a:rPr>
              <a:t>The .NET Framework uses assemblies as the fundamental unit for several purposes:</a:t>
            </a:r>
            <a:r>
              <a:rPr lang="en">
                <a:solidFill>
                  <a:schemeClr val="dk1"/>
                </a:solidFill>
              </a:rPr>
              <a:t>Security, Type Identity, Reference, Scope, Versioning, Deployment.</a:t>
            </a:r>
          </a:p>
          <a:p>
            <a:pPr indent="-228600" lvl="0" marL="457200" rtl="0">
              <a:lnSpc>
                <a:spcPct val="150000"/>
              </a:lnSpc>
              <a:spcBef>
                <a:spcPts val="0"/>
              </a:spcBef>
              <a:buClr>
                <a:srgbClr val="2A2A2A"/>
              </a:buClr>
              <a:buChar char="●"/>
            </a:pPr>
            <a:r>
              <a:rPr lang="en">
                <a:solidFill>
                  <a:srgbClr val="2A2A2A"/>
                </a:solidFill>
              </a:rPr>
              <a:t>All versioning of assemblies that use the common language runtime is done at the assembly level.</a:t>
            </a:r>
          </a:p>
          <a:p>
            <a:pPr indent="-228600" lvl="0" marL="457200" rtl="0">
              <a:lnSpc>
                <a:spcPct val="150000"/>
              </a:lnSpc>
              <a:spcBef>
                <a:spcPts val="0"/>
              </a:spcBef>
              <a:buClr>
                <a:srgbClr val="2A2A2A"/>
              </a:buClr>
              <a:buChar char="●"/>
            </a:pPr>
            <a:r>
              <a:rPr lang="en">
                <a:solidFill>
                  <a:srgbClr val="2A2A2A"/>
                </a:solidFill>
              </a:rPr>
              <a:t>The specific version of an assembly and the versions of dependent assemblies are recorded in the assembly's manifest.</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38" name="Shape 138"/>
        <p:cNvGrpSpPr/>
        <p:nvPr/>
      </p:nvGrpSpPr>
      <p:grpSpPr>
        <a:xfrm>
          <a:off x="0" y="0"/>
          <a:ext cx="0" cy="0"/>
          <a:chOff x="0" y="0"/>
          <a:chExt cx="0" cy="0"/>
        </a:xfrm>
      </p:grpSpPr>
      <p:sp>
        <p:nvSpPr>
          <p:cNvPr id="139" name="Shape 139"/>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t>DLL, Assembly, GAC, Versioning</a:t>
            </a:r>
          </a:p>
        </p:txBody>
      </p:sp>
      <p:sp>
        <p:nvSpPr>
          <p:cNvPr id="140" name="Shape 140"/>
          <p:cNvSpPr txBox="1"/>
          <p:nvPr/>
        </p:nvSpPr>
        <p:spPr>
          <a:xfrm>
            <a:off x="327775" y="1106300"/>
            <a:ext cx="8540100" cy="3993600"/>
          </a:xfrm>
          <a:prstGeom prst="rect">
            <a:avLst/>
          </a:prstGeom>
          <a:noFill/>
          <a:ln>
            <a:noFill/>
          </a:ln>
        </p:spPr>
        <p:txBody>
          <a:bodyPr anchorCtr="0" anchor="t" bIns="91425" lIns="91425" rIns="91425" tIns="91425">
            <a:noAutofit/>
          </a:bodyPr>
          <a:lstStyle/>
          <a:p>
            <a:pPr indent="-228600" lvl="0" marL="457200" rtl="0">
              <a:lnSpc>
                <a:spcPct val="150000"/>
              </a:lnSpc>
              <a:spcBef>
                <a:spcPts val="0"/>
              </a:spcBef>
              <a:buClr>
                <a:srgbClr val="2A2A2A"/>
              </a:buClr>
              <a:buChar char="●"/>
            </a:pPr>
            <a:r>
              <a:rPr lang="en">
                <a:solidFill>
                  <a:srgbClr val="2A2A2A"/>
                </a:solidFill>
              </a:rPr>
              <a:t>Each assembly has two distinct ways of expressing version information:</a:t>
            </a:r>
          </a:p>
          <a:p>
            <a:pPr indent="-228600" lvl="0" marL="914400" rtl="0">
              <a:lnSpc>
                <a:spcPct val="150000"/>
              </a:lnSpc>
              <a:spcBef>
                <a:spcPts val="0"/>
              </a:spcBef>
              <a:buClr>
                <a:srgbClr val="2A2A2A"/>
              </a:buClr>
              <a:buChar char="❖"/>
            </a:pPr>
            <a:r>
              <a:rPr lang="en">
                <a:solidFill>
                  <a:srgbClr val="2A2A2A"/>
                </a:solidFill>
              </a:rPr>
              <a:t>The assembly's version number, which, together with the assembly name and culture information, is part of the assembly's identity. This number is used by the runtime to enforce version policy and plays a key part in the type resolution process at run time.</a:t>
            </a:r>
          </a:p>
          <a:p>
            <a:pPr indent="-228600" lvl="0" marL="914400" rtl="0">
              <a:lnSpc>
                <a:spcPct val="150000"/>
              </a:lnSpc>
              <a:spcBef>
                <a:spcPts val="0"/>
              </a:spcBef>
              <a:buClr>
                <a:srgbClr val="2A2A2A"/>
              </a:buClr>
              <a:buChar char="❖"/>
            </a:pPr>
            <a:r>
              <a:rPr lang="en">
                <a:solidFill>
                  <a:srgbClr val="2A2A2A"/>
                </a:solidFill>
              </a:rPr>
              <a:t>An informational version, which is a string that represents additional version information included for informational purposes only.</a:t>
            </a:r>
          </a:p>
          <a:p>
            <a:pPr indent="-228600" lvl="0" marL="457200" rtl="0">
              <a:lnSpc>
                <a:spcPct val="150000"/>
              </a:lnSpc>
              <a:spcBef>
                <a:spcPts val="0"/>
              </a:spcBef>
              <a:buClr>
                <a:srgbClr val="2A2A2A"/>
              </a:buClr>
              <a:buChar char="●"/>
            </a:pPr>
            <a:r>
              <a:rPr lang="en">
                <a:solidFill>
                  <a:srgbClr val="2A2A2A"/>
                </a:solidFill>
              </a:rPr>
              <a:t>Each computer where the common language runtime is installed has a machine-wide code cache called the global assembly cache. The global assembly cache stores assemblies specifically designated to be shared by several applications on the computer</a:t>
            </a:r>
          </a:p>
          <a:p>
            <a:pPr indent="-228600" lvl="0" marL="457200" rtl="0">
              <a:lnSpc>
                <a:spcPct val="150000"/>
              </a:lnSpc>
              <a:spcBef>
                <a:spcPts val="0"/>
              </a:spcBef>
              <a:buClr>
                <a:srgbClr val="2A2A2A"/>
              </a:buClr>
              <a:buChar char="●"/>
            </a:pPr>
            <a:r>
              <a:rPr lang="en">
                <a:solidFill>
                  <a:srgbClr val="2A2A2A"/>
                </a:solidFill>
              </a:rPr>
              <a:t>Starting with the .NET Framework 4, the default location for the global assembly cache is %windir%\Microsoft.NET\assembly</a:t>
            </a: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44" name="Shape 144"/>
        <p:cNvGrpSpPr/>
        <p:nvPr/>
      </p:nvGrpSpPr>
      <p:grpSpPr>
        <a:xfrm>
          <a:off x="0" y="0"/>
          <a:ext cx="0" cy="0"/>
          <a:chOff x="0" y="0"/>
          <a:chExt cx="0" cy="0"/>
        </a:xfrm>
      </p:grpSpPr>
      <p:sp>
        <p:nvSpPr>
          <p:cNvPr id="145" name="Shape 145"/>
          <p:cNvSpPr txBox="1"/>
          <p:nvPr>
            <p:ph type="title"/>
          </p:nvPr>
        </p:nvSpPr>
        <p:spPr>
          <a:xfrm>
            <a:off x="457200" y="205978"/>
            <a:ext cx="8229600" cy="857400"/>
          </a:xfrm>
          <a:prstGeom prst="rect">
            <a:avLst/>
          </a:prstGeom>
        </p:spPr>
        <p:txBody>
          <a:bodyPr anchorCtr="0" anchor="b" bIns="91425" lIns="91425" rIns="91425" tIns="91425">
            <a:noAutofit/>
          </a:bodyPr>
          <a:lstStyle/>
          <a:p>
            <a:pPr lvl="0" rtl="0">
              <a:lnSpc>
                <a:spcPct val="115000"/>
              </a:lnSpc>
              <a:spcBef>
                <a:spcPts val="0"/>
              </a:spcBef>
              <a:spcAft>
                <a:spcPts val="1600"/>
              </a:spcAft>
              <a:buNone/>
            </a:pPr>
            <a:r>
              <a:rPr lang="en">
                <a:solidFill>
                  <a:srgbClr val="DA0002"/>
                </a:solidFill>
              </a:rPr>
              <a:t>C# features overview</a:t>
            </a:r>
          </a:p>
        </p:txBody>
      </p:sp>
      <p:sp>
        <p:nvSpPr>
          <p:cNvPr id="146" name="Shape 146"/>
          <p:cNvSpPr txBox="1"/>
          <p:nvPr/>
        </p:nvSpPr>
        <p:spPr>
          <a:xfrm>
            <a:off x="327775" y="1241675"/>
            <a:ext cx="8540100" cy="3368400"/>
          </a:xfrm>
          <a:prstGeom prst="rect">
            <a:avLst/>
          </a:prstGeom>
          <a:noFill/>
          <a:ln>
            <a:noFill/>
          </a:ln>
        </p:spPr>
        <p:txBody>
          <a:bodyPr anchorCtr="0" anchor="t" bIns="91425" lIns="91425" rIns="91425" tIns="91425">
            <a:noAutofit/>
          </a:bodyPr>
          <a:lstStyle/>
          <a:p>
            <a:pPr indent="-342900" lvl="0" marL="457200" rtl="0">
              <a:spcBef>
                <a:spcPts val="0"/>
              </a:spcBef>
              <a:buSzPct val="100000"/>
              <a:buFont typeface="Roboto"/>
              <a:buChar char="●"/>
            </a:pPr>
            <a:r>
              <a:rPr lang="en" sz="1800">
                <a:latin typeface="Roboto"/>
                <a:ea typeface="Roboto"/>
                <a:cs typeface="Roboto"/>
                <a:sym typeface="Roboto"/>
              </a:rPr>
              <a:t>Arrays</a:t>
            </a:r>
          </a:p>
          <a:p>
            <a:pPr indent="-342900" lvl="0" marL="457200" rtl="0">
              <a:spcBef>
                <a:spcPts val="0"/>
              </a:spcBef>
              <a:buSzPct val="100000"/>
              <a:buFont typeface="Roboto"/>
              <a:buChar char="●"/>
            </a:pPr>
            <a:r>
              <a:rPr lang="en" sz="1800">
                <a:latin typeface="Roboto"/>
                <a:ea typeface="Roboto"/>
                <a:cs typeface="Roboto"/>
                <a:sym typeface="Roboto"/>
              </a:rPr>
              <a:t>Classes &amp; Structs</a:t>
            </a:r>
          </a:p>
          <a:p>
            <a:pPr indent="-342900" lvl="0" marL="457200" rtl="0">
              <a:spcBef>
                <a:spcPts val="0"/>
              </a:spcBef>
              <a:buSzPct val="100000"/>
              <a:buFont typeface="Roboto"/>
              <a:buChar char="●"/>
            </a:pPr>
            <a:r>
              <a:rPr lang="en" sz="1800">
                <a:latin typeface="Roboto"/>
                <a:ea typeface="Roboto"/>
                <a:cs typeface="Roboto"/>
                <a:sym typeface="Roboto"/>
              </a:rPr>
              <a:t>Interfaces</a:t>
            </a:r>
          </a:p>
          <a:p>
            <a:pPr indent="-342900" lvl="0" marL="457200" rtl="0">
              <a:spcBef>
                <a:spcPts val="0"/>
              </a:spcBef>
              <a:buSzPct val="100000"/>
              <a:buFont typeface="Roboto"/>
              <a:buChar char="●"/>
            </a:pPr>
            <a:r>
              <a:rPr lang="en" sz="1800">
                <a:latin typeface="Roboto"/>
                <a:ea typeface="Roboto"/>
                <a:cs typeface="Roboto"/>
                <a:sym typeface="Roboto"/>
              </a:rPr>
              <a:t>Events &amp; Delegates</a:t>
            </a:r>
          </a:p>
          <a:p>
            <a:pPr indent="-342900" lvl="0" marL="457200" rtl="0">
              <a:spcBef>
                <a:spcPts val="0"/>
              </a:spcBef>
              <a:buSzPct val="100000"/>
              <a:buFont typeface="Roboto"/>
              <a:buChar char="●"/>
            </a:pPr>
            <a:r>
              <a:rPr lang="en" sz="1800">
                <a:latin typeface="Roboto"/>
                <a:ea typeface="Roboto"/>
                <a:cs typeface="Roboto"/>
                <a:sym typeface="Roboto"/>
              </a:rPr>
              <a:t>Enumeration Types</a:t>
            </a:r>
          </a:p>
          <a:p>
            <a:pPr indent="-342900" lvl="0" marL="457200" rtl="0">
              <a:spcBef>
                <a:spcPts val="0"/>
              </a:spcBef>
              <a:buSzPct val="100000"/>
              <a:buFont typeface="Roboto"/>
              <a:buChar char="●"/>
            </a:pPr>
            <a:r>
              <a:rPr lang="en" sz="1800">
                <a:latin typeface="Roboto"/>
                <a:ea typeface="Roboto"/>
                <a:cs typeface="Roboto"/>
                <a:sym typeface="Roboto"/>
              </a:rPr>
              <a:t>Generics</a:t>
            </a:r>
          </a:p>
          <a:p>
            <a:pPr indent="-342900" lvl="0" marL="457200" rtl="0">
              <a:spcBef>
                <a:spcPts val="0"/>
              </a:spcBef>
              <a:buSzPct val="100000"/>
              <a:buFont typeface="Roboto"/>
              <a:buChar char="●"/>
            </a:pPr>
            <a:r>
              <a:rPr lang="en" sz="1800">
                <a:latin typeface="Roboto"/>
                <a:ea typeface="Roboto"/>
                <a:cs typeface="Roboto"/>
                <a:sym typeface="Roboto"/>
              </a:rPr>
              <a:t>Indexers</a:t>
            </a:r>
          </a:p>
          <a:p>
            <a:pPr indent="-342900" lvl="0" marL="457200" rtl="0">
              <a:spcBef>
                <a:spcPts val="0"/>
              </a:spcBef>
              <a:buSzPct val="100000"/>
              <a:buFont typeface="Roboto"/>
              <a:buChar char="●"/>
            </a:pPr>
            <a:r>
              <a:rPr lang="en" sz="1800">
                <a:latin typeface="Roboto"/>
                <a:ea typeface="Roboto"/>
                <a:cs typeface="Roboto"/>
                <a:sym typeface="Roboto"/>
              </a:rPr>
              <a:t>Exceptions &amp; Exception Handling</a:t>
            </a:r>
          </a:p>
          <a:p>
            <a:pPr indent="-342900" lvl="0" marL="457200" rtl="0">
              <a:spcBef>
                <a:spcPts val="0"/>
              </a:spcBef>
              <a:buSzPct val="100000"/>
              <a:buFont typeface="Roboto"/>
              <a:buChar char="●"/>
            </a:pPr>
            <a:r>
              <a:rPr lang="en" sz="1800">
                <a:latin typeface="Roboto"/>
                <a:ea typeface="Roboto"/>
                <a:cs typeface="Roboto"/>
                <a:sym typeface="Roboto"/>
              </a:rPr>
              <a:t>Linq</a:t>
            </a:r>
          </a:p>
          <a:p>
            <a:pPr indent="-342900" lvl="0" marL="457200" rtl="0">
              <a:spcBef>
                <a:spcPts val="0"/>
              </a:spcBef>
              <a:buSzPct val="100000"/>
              <a:buFont typeface="Roboto"/>
              <a:buChar char="●"/>
            </a:pPr>
            <a:r>
              <a:rPr lang="en" sz="1800">
                <a:latin typeface="Roboto"/>
                <a:ea typeface="Roboto"/>
                <a:cs typeface="Roboto"/>
                <a:sym typeface="Roboto"/>
              </a:rPr>
              <a:t>Namespaces</a:t>
            </a:r>
          </a:p>
          <a:p>
            <a:pPr indent="-342900" lvl="0" marL="457200" rtl="0">
              <a:spcBef>
                <a:spcPts val="0"/>
              </a:spcBef>
              <a:buSzPct val="100000"/>
              <a:buFont typeface="Roboto"/>
              <a:buChar char="●"/>
            </a:pPr>
            <a:r>
              <a:rPr lang="en" sz="1800">
                <a:latin typeface="Roboto"/>
                <a:ea typeface="Roboto"/>
                <a:cs typeface="Roboto"/>
                <a:sym typeface="Roboto"/>
              </a:rPr>
              <a:t>Types etc.</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50" name="Shape 150"/>
        <p:cNvGrpSpPr/>
        <p:nvPr/>
      </p:nvGrpSpPr>
      <p:grpSpPr>
        <a:xfrm>
          <a:off x="0" y="0"/>
          <a:ext cx="0" cy="0"/>
          <a:chOff x="0" y="0"/>
          <a:chExt cx="0" cy="0"/>
        </a:xfrm>
      </p:grpSpPr>
      <p:sp>
        <p:nvSpPr>
          <p:cNvPr id="151" name="Shape 151"/>
          <p:cNvSpPr txBox="1"/>
          <p:nvPr>
            <p:ph type="ctrTitle"/>
          </p:nvPr>
        </p:nvSpPr>
        <p:spPr>
          <a:xfrm>
            <a:off x="390525" y="3876675"/>
            <a:ext cx="8222100" cy="933600"/>
          </a:xfrm>
          <a:prstGeom prst="rect">
            <a:avLst/>
          </a:prstGeom>
        </p:spPr>
        <p:txBody>
          <a:bodyPr anchorCtr="0" anchor="t" bIns="91425" lIns="91425" rIns="91425" tIns="91425">
            <a:noAutofit/>
          </a:bodyPr>
          <a:lstStyle/>
          <a:p>
            <a:pPr lvl="0" rtl="0" algn="ctr">
              <a:spcBef>
                <a:spcPts val="0"/>
              </a:spcBef>
              <a:buNone/>
            </a:pPr>
            <a:r>
              <a:rPr lang="en" sz="3600"/>
              <a:t>I will cover all features</a:t>
            </a:r>
          </a:p>
        </p:txBody>
      </p:sp>
      <p:pic>
        <p:nvPicPr>
          <p:cNvPr descr="demotivational-posters-please-hold.jpg" id="152" name="Shape 152"/>
          <p:cNvPicPr preferRelativeResize="0"/>
          <p:nvPr/>
        </p:nvPicPr>
        <p:blipFill>
          <a:blip r:embed="rId3">
            <a:alphaModFix/>
          </a:blip>
          <a:stretch>
            <a:fillRect/>
          </a:stretch>
        </p:blipFill>
        <p:spPr>
          <a:xfrm>
            <a:off x="0" y="0"/>
            <a:ext cx="9143999" cy="38576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56" name="Shape 156"/>
        <p:cNvGrpSpPr/>
        <p:nvPr/>
      </p:nvGrpSpPr>
      <p:grpSpPr>
        <a:xfrm>
          <a:off x="0" y="0"/>
          <a:ext cx="0" cy="0"/>
          <a:chOff x="0" y="0"/>
          <a:chExt cx="0" cy="0"/>
        </a:xfrm>
      </p:grpSpPr>
      <p:sp>
        <p:nvSpPr>
          <p:cNvPr id="157" name="Shape 157"/>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Run C# using cmd</a:t>
            </a:r>
          </a:p>
        </p:txBody>
      </p:sp>
      <p:sp>
        <p:nvSpPr>
          <p:cNvPr id="158" name="Shape 158"/>
          <p:cNvSpPr txBox="1"/>
          <p:nvPr>
            <p:ph idx="1" type="body"/>
          </p:nvPr>
        </p:nvSpPr>
        <p:spPr>
          <a:xfrm>
            <a:off x="471900" y="1233275"/>
            <a:ext cx="4264500" cy="2710200"/>
          </a:xfrm>
          <a:prstGeom prst="rect">
            <a:avLst/>
          </a:prstGeom>
        </p:spPr>
        <p:txBody>
          <a:bodyPr anchorCtr="0" anchor="t" bIns="91425" lIns="91425" rIns="91425" tIns="91425">
            <a:noAutofit/>
          </a:bodyPr>
          <a:lstStyle/>
          <a:p>
            <a:pPr indent="-381000" lvl="0" marL="457200" rtl="0">
              <a:spcBef>
                <a:spcPts val="0"/>
              </a:spcBef>
              <a:buClr>
                <a:srgbClr val="000000"/>
              </a:buClr>
              <a:buSzPct val="100000"/>
            </a:pPr>
            <a:r>
              <a:rPr lang="en" sz="2400">
                <a:solidFill>
                  <a:srgbClr val="000000"/>
                </a:solidFill>
                <a:highlight>
                  <a:srgbClr val="FFFFFF"/>
                </a:highlight>
              </a:rPr>
              <a:t>You can build C# code using command line.</a:t>
            </a:r>
          </a:p>
        </p:txBody>
      </p:sp>
      <p:pic>
        <p:nvPicPr>
          <p:cNvPr descr="cmd.PNG" id="159" name="Shape 159"/>
          <p:cNvPicPr preferRelativeResize="0"/>
          <p:nvPr/>
        </p:nvPicPr>
        <p:blipFill>
          <a:blip r:embed="rId3">
            <a:alphaModFix/>
          </a:blip>
          <a:stretch>
            <a:fillRect/>
          </a:stretch>
        </p:blipFill>
        <p:spPr>
          <a:xfrm>
            <a:off x="1662112" y="2590800"/>
            <a:ext cx="5210175" cy="19431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63" name="Shape 163"/>
        <p:cNvGrpSpPr/>
        <p:nvPr/>
      </p:nvGrpSpPr>
      <p:grpSpPr>
        <a:xfrm>
          <a:off x="0" y="0"/>
          <a:ext cx="0" cy="0"/>
          <a:chOff x="0" y="0"/>
          <a:chExt cx="0" cy="0"/>
        </a:xfrm>
      </p:grpSpPr>
      <p:sp>
        <p:nvSpPr>
          <p:cNvPr id="164" name="Shape 164"/>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Interfaces</a:t>
            </a:r>
          </a:p>
        </p:txBody>
      </p:sp>
      <p:sp>
        <p:nvSpPr>
          <p:cNvPr id="165" name="Shape 165"/>
          <p:cNvSpPr txBox="1"/>
          <p:nvPr>
            <p:ph idx="1" type="body"/>
          </p:nvPr>
        </p:nvSpPr>
        <p:spPr>
          <a:xfrm>
            <a:off x="471900" y="1233275"/>
            <a:ext cx="6181200" cy="2710200"/>
          </a:xfrm>
          <a:prstGeom prst="rect">
            <a:avLst/>
          </a:prstGeom>
        </p:spPr>
        <p:txBody>
          <a:bodyPr anchorCtr="0" anchor="t" bIns="91425" lIns="91425" rIns="91425" tIns="91425">
            <a:noAutofit/>
          </a:bodyPr>
          <a:lstStyle/>
          <a:p>
            <a:pPr indent="-330200" lvl="0" marL="457200" rtl="0">
              <a:spcBef>
                <a:spcPts val="0"/>
              </a:spcBef>
              <a:buClr>
                <a:srgbClr val="000000"/>
              </a:buClr>
              <a:buSzPct val="100000"/>
              <a:buChar char="●"/>
            </a:pPr>
            <a:r>
              <a:rPr lang="en" sz="1600">
                <a:highlight>
                  <a:srgbClr val="FFFFFF"/>
                </a:highlight>
              </a:rPr>
              <a:t>Interfaces define properties, methods, and events,</a:t>
            </a:r>
          </a:p>
          <a:p>
            <a:pPr indent="-330200" lvl="0" marL="457200" rtl="0">
              <a:spcBef>
                <a:spcPts val="0"/>
              </a:spcBef>
              <a:buClr>
                <a:srgbClr val="000000"/>
              </a:buClr>
              <a:buSzPct val="100000"/>
              <a:buChar char="●"/>
            </a:pPr>
            <a:r>
              <a:rPr lang="en" sz="1600">
                <a:highlight>
                  <a:srgbClr val="FFFFFF"/>
                </a:highlight>
              </a:rPr>
              <a:t>Interfaces contain only the declaration of the members</a:t>
            </a:r>
          </a:p>
          <a:p>
            <a:pPr indent="-330200" lvl="0" marL="457200" rtl="0">
              <a:spcBef>
                <a:spcPts val="0"/>
              </a:spcBef>
              <a:buSzPct val="100000"/>
              <a:buChar char="●"/>
            </a:pPr>
            <a:r>
              <a:rPr lang="en" sz="1600">
                <a:highlight>
                  <a:srgbClr val="FFFFFF"/>
                </a:highlight>
              </a:rPr>
              <a:t>Interfaces are declared using the interface keyword</a:t>
            </a: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69" name="Shape 169"/>
        <p:cNvGrpSpPr/>
        <p:nvPr/>
      </p:nvGrpSpPr>
      <p:grpSpPr>
        <a:xfrm>
          <a:off x="0" y="0"/>
          <a:ext cx="0" cy="0"/>
          <a:chOff x="0" y="0"/>
          <a:chExt cx="0" cy="0"/>
        </a:xfrm>
      </p:grpSpPr>
      <p:sp>
        <p:nvSpPr>
          <p:cNvPr id="170" name="Shape 170"/>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Nullable</a:t>
            </a:r>
          </a:p>
        </p:txBody>
      </p:sp>
      <p:sp>
        <p:nvSpPr>
          <p:cNvPr id="171" name="Shape 171"/>
          <p:cNvSpPr txBox="1"/>
          <p:nvPr>
            <p:ph idx="1" type="body"/>
          </p:nvPr>
        </p:nvSpPr>
        <p:spPr>
          <a:xfrm>
            <a:off x="471900" y="1233275"/>
            <a:ext cx="3499800" cy="2710200"/>
          </a:xfrm>
          <a:prstGeom prst="rect">
            <a:avLst/>
          </a:prstGeom>
        </p:spPr>
        <p:txBody>
          <a:bodyPr anchorCtr="0" anchor="t" bIns="91425" lIns="91425" rIns="91425" tIns="91425">
            <a:noAutofit/>
          </a:bodyPr>
          <a:lstStyle/>
          <a:p>
            <a:pPr indent="-381000" lvl="0" marL="457200" rtl="0">
              <a:spcBef>
                <a:spcPts val="0"/>
              </a:spcBef>
              <a:buClr>
                <a:srgbClr val="000000"/>
              </a:buClr>
              <a:buSzPct val="200000"/>
              <a:buChar char="●"/>
            </a:pPr>
            <a:r>
              <a:rPr lang="en" sz="1150">
                <a:highlight>
                  <a:srgbClr val="FFFFFF"/>
                </a:highlight>
                <a:latin typeface="Verdana"/>
                <a:ea typeface="Verdana"/>
                <a:cs typeface="Verdana"/>
                <a:sym typeface="Verdana"/>
              </a:rPr>
              <a:t>C# provides a special data types, the </a:t>
            </a:r>
            <a:r>
              <a:rPr b="1" lang="en" sz="1150">
                <a:highlight>
                  <a:srgbClr val="FFFFFF"/>
                </a:highlight>
                <a:latin typeface="Verdana"/>
                <a:ea typeface="Verdana"/>
                <a:cs typeface="Verdana"/>
                <a:sym typeface="Verdana"/>
              </a:rPr>
              <a:t>nullable</a:t>
            </a:r>
            <a:r>
              <a:rPr lang="en" sz="1150">
                <a:highlight>
                  <a:srgbClr val="FFFFFF"/>
                </a:highlight>
                <a:latin typeface="Verdana"/>
                <a:ea typeface="Verdana"/>
                <a:cs typeface="Verdana"/>
                <a:sym typeface="Verdana"/>
              </a:rPr>
              <a:t> types, to which you can assign normal range of values as well as null values.</a:t>
            </a:r>
          </a:p>
        </p:txBody>
      </p:sp>
      <p:pic>
        <p:nvPicPr>
          <p:cNvPr descr="nullable.PNG" id="172" name="Shape 172"/>
          <p:cNvPicPr preferRelativeResize="0"/>
          <p:nvPr/>
        </p:nvPicPr>
        <p:blipFill>
          <a:blip r:embed="rId3">
            <a:alphaModFix/>
          </a:blip>
          <a:stretch>
            <a:fillRect/>
          </a:stretch>
        </p:blipFill>
        <p:spPr>
          <a:xfrm>
            <a:off x="4124100" y="1215775"/>
            <a:ext cx="4855449" cy="369337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76" name="Shape 176"/>
        <p:cNvGrpSpPr/>
        <p:nvPr/>
      </p:nvGrpSpPr>
      <p:grpSpPr>
        <a:xfrm>
          <a:off x="0" y="0"/>
          <a:ext cx="0" cy="0"/>
          <a:chOff x="0" y="0"/>
          <a:chExt cx="0" cy="0"/>
        </a:xfrm>
      </p:grpSpPr>
      <p:sp>
        <p:nvSpPr>
          <p:cNvPr id="177" name="Shape 177"/>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Array</a:t>
            </a:r>
          </a:p>
        </p:txBody>
      </p:sp>
      <p:sp>
        <p:nvSpPr>
          <p:cNvPr id="178" name="Shape 178"/>
          <p:cNvSpPr txBox="1"/>
          <p:nvPr>
            <p:ph idx="1" type="body"/>
          </p:nvPr>
        </p:nvSpPr>
        <p:spPr>
          <a:xfrm>
            <a:off x="471900" y="1233275"/>
            <a:ext cx="6181200" cy="2710200"/>
          </a:xfrm>
          <a:prstGeom prst="rect">
            <a:avLst/>
          </a:prstGeom>
        </p:spPr>
        <p:txBody>
          <a:bodyPr anchorCtr="0" anchor="t" bIns="91425" lIns="91425" rIns="91425" tIns="91425">
            <a:noAutofit/>
          </a:bodyPr>
          <a:lstStyle/>
          <a:p>
            <a:pPr indent="-381000" lvl="0" marL="457200" rtl="0">
              <a:spcBef>
                <a:spcPts val="0"/>
              </a:spcBef>
              <a:buClr>
                <a:srgbClr val="000000"/>
              </a:buClr>
              <a:buSzPct val="100000"/>
              <a:buChar char="●"/>
            </a:pPr>
            <a:r>
              <a:rPr lang="en" sz="2400">
                <a:solidFill>
                  <a:srgbClr val="000000"/>
                </a:solidFill>
                <a:highlight>
                  <a:srgbClr val="FFFFFF"/>
                </a:highlight>
              </a:rPr>
              <a:t>There is nothing to say bcz you are already array expert :)</a:t>
            </a: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2" name="Shape 182"/>
        <p:cNvGrpSpPr/>
        <p:nvPr/>
      </p:nvGrpSpPr>
      <p:grpSpPr>
        <a:xfrm>
          <a:off x="0" y="0"/>
          <a:ext cx="0" cy="0"/>
          <a:chOff x="0" y="0"/>
          <a:chExt cx="0" cy="0"/>
        </a:xfrm>
      </p:grpSpPr>
      <p:sp>
        <p:nvSpPr>
          <p:cNvPr id="183" name="Shape 183"/>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Collection </a:t>
            </a:r>
          </a:p>
        </p:txBody>
      </p:sp>
      <p:sp>
        <p:nvSpPr>
          <p:cNvPr id="184" name="Shape 184"/>
          <p:cNvSpPr txBox="1"/>
          <p:nvPr>
            <p:ph idx="1" type="body"/>
          </p:nvPr>
        </p:nvSpPr>
        <p:spPr>
          <a:xfrm>
            <a:off x="471900" y="1233275"/>
            <a:ext cx="6181200" cy="2710200"/>
          </a:xfrm>
          <a:prstGeom prst="rect">
            <a:avLst/>
          </a:prstGeom>
        </p:spPr>
        <p:txBody>
          <a:bodyPr anchorCtr="0" anchor="t" bIns="91425" lIns="91425" rIns="91425" tIns="91425">
            <a:noAutofit/>
          </a:bodyPr>
          <a:lstStyle/>
          <a:p>
            <a:pPr indent="-330200" lvl="0" marL="457200" rtl="0">
              <a:spcBef>
                <a:spcPts val="0"/>
              </a:spcBef>
              <a:buClr>
                <a:srgbClr val="000000"/>
              </a:buClr>
              <a:buSzPct val="100000"/>
              <a:buChar char="●"/>
            </a:pPr>
            <a:r>
              <a:rPr lang="en" sz="1600">
                <a:highlight>
                  <a:srgbClr val="FFFFFF"/>
                </a:highlight>
              </a:rPr>
              <a:t>Collection classes are specialized classes for data storage and retrieval.</a:t>
            </a:r>
          </a:p>
          <a:p>
            <a:pPr indent="-330200" lvl="0" marL="457200" rtl="0">
              <a:spcBef>
                <a:spcPts val="0"/>
              </a:spcBef>
              <a:buClr>
                <a:srgbClr val="000000"/>
              </a:buClr>
              <a:buSzPct val="100000"/>
              <a:buChar char="●"/>
            </a:pPr>
            <a:r>
              <a:rPr lang="en" sz="1600">
                <a:highlight>
                  <a:srgbClr val="FFFFFF"/>
                </a:highlight>
              </a:rPr>
              <a:t>These classes provide support for stacks, queues, lists, and hash tables</a:t>
            </a:r>
          </a:p>
          <a:p>
            <a:pPr indent="-330200" lvl="0" marL="457200" rtl="0">
              <a:spcBef>
                <a:spcPts val="0"/>
              </a:spcBef>
              <a:buSzPct val="100000"/>
              <a:buChar char="●"/>
            </a:pPr>
            <a:r>
              <a:rPr lang="en" sz="1600">
                <a:highlight>
                  <a:srgbClr val="FFFFFF"/>
                </a:highlight>
              </a:rPr>
              <a:t>Allocating memory dynamically to elements</a:t>
            </a:r>
          </a:p>
          <a:p>
            <a:pPr indent="-330200" lvl="0" marL="457200" rtl="0">
              <a:spcBef>
                <a:spcPts val="0"/>
              </a:spcBef>
              <a:buSzPct val="100000"/>
              <a:buChar char="●"/>
            </a:pPr>
            <a:r>
              <a:rPr lang="en" sz="1600">
                <a:highlight>
                  <a:srgbClr val="FFFFFF"/>
                </a:highlight>
              </a:rPr>
              <a:t>Accessing a list of items on the basis of an index </a:t>
            </a:r>
          </a:p>
          <a:p>
            <a:pPr indent="-330200" lvl="0" marL="457200" rtl="0">
              <a:spcBef>
                <a:spcPts val="0"/>
              </a:spcBef>
              <a:buSzPct val="100000"/>
              <a:buChar char="●"/>
            </a:pPr>
            <a:r>
              <a:rPr lang="en" sz="1600">
                <a:highlight>
                  <a:srgbClr val="FFFFFF"/>
                </a:highlight>
              </a:rPr>
              <a:t>ArrayList, Hashtable, SortedList, Stack, Queue, BitArray implement the Collection class</a:t>
            </a:r>
          </a:p>
          <a:p>
            <a:pPr lvl="0" rtl="0">
              <a:spcBef>
                <a:spcPts val="0"/>
              </a:spcBef>
              <a:buNone/>
            </a:pPr>
            <a:r>
              <a:t/>
            </a:r>
            <a:endParaRPr sz="1150">
              <a:highlight>
                <a:srgbClr val="FFFFFF"/>
              </a:highlight>
              <a:latin typeface="Verdana"/>
              <a:ea typeface="Verdana"/>
              <a:cs typeface="Verdana"/>
              <a:sym typeface="Verdan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88" name="Shape 188"/>
        <p:cNvGrpSpPr/>
        <p:nvPr/>
      </p:nvGrpSpPr>
      <p:grpSpPr>
        <a:xfrm>
          <a:off x="0" y="0"/>
          <a:ext cx="0" cy="0"/>
          <a:chOff x="0" y="0"/>
          <a:chExt cx="0" cy="0"/>
        </a:xfrm>
      </p:grpSpPr>
      <p:sp>
        <p:nvSpPr>
          <p:cNvPr id="189" name="Shape 189"/>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Properties</a:t>
            </a:r>
          </a:p>
        </p:txBody>
      </p:sp>
      <p:sp>
        <p:nvSpPr>
          <p:cNvPr id="190" name="Shape 190"/>
          <p:cNvSpPr txBox="1"/>
          <p:nvPr>
            <p:ph idx="1" type="body"/>
          </p:nvPr>
        </p:nvSpPr>
        <p:spPr>
          <a:xfrm>
            <a:off x="471900" y="1233275"/>
            <a:ext cx="4340100" cy="3621000"/>
          </a:xfrm>
          <a:prstGeom prst="rect">
            <a:avLst/>
          </a:prstGeom>
        </p:spPr>
        <p:txBody>
          <a:bodyPr anchorCtr="0" anchor="t" bIns="91425" lIns="91425" rIns="91425" tIns="91425">
            <a:noAutofit/>
          </a:bodyPr>
          <a:lstStyle/>
          <a:p>
            <a:pPr indent="-317500" lvl="0" marL="457200" rtl="0">
              <a:lnSpc>
                <a:spcPct val="115000"/>
              </a:lnSpc>
              <a:spcBef>
                <a:spcPts val="0"/>
              </a:spcBef>
              <a:buClr>
                <a:srgbClr val="000000"/>
              </a:buClr>
              <a:buSzPct val="100000"/>
              <a:buChar char="●"/>
            </a:pPr>
            <a:r>
              <a:rPr b="1" lang="en" sz="1400">
                <a:highlight>
                  <a:srgbClr val="FFFFFF"/>
                </a:highlight>
              </a:rPr>
              <a:t>Properties</a:t>
            </a:r>
            <a:r>
              <a:rPr lang="en" sz="1400">
                <a:highlight>
                  <a:srgbClr val="FFFFFF"/>
                </a:highlight>
              </a:rPr>
              <a:t> are named members of classes, structures, and interfaces.</a:t>
            </a:r>
          </a:p>
          <a:p>
            <a:pPr indent="-317500" lvl="0" marL="457200" rtl="0">
              <a:lnSpc>
                <a:spcPct val="115000"/>
              </a:lnSpc>
              <a:spcBef>
                <a:spcPts val="0"/>
              </a:spcBef>
              <a:buSzPct val="100000"/>
              <a:buChar char="●"/>
            </a:pPr>
            <a:r>
              <a:rPr lang="en" sz="1400">
                <a:highlight>
                  <a:srgbClr val="FFFFFF"/>
                </a:highlight>
              </a:rPr>
              <a:t>Member variables or methods in a class or structures are called </a:t>
            </a:r>
            <a:r>
              <a:rPr b="1" lang="en" sz="1400">
                <a:highlight>
                  <a:srgbClr val="FFFFFF"/>
                </a:highlight>
              </a:rPr>
              <a:t>Fields.</a:t>
            </a:r>
          </a:p>
          <a:p>
            <a:pPr indent="-317500" lvl="0" marL="457200" rtl="0">
              <a:lnSpc>
                <a:spcPct val="115000"/>
              </a:lnSpc>
              <a:spcBef>
                <a:spcPts val="0"/>
              </a:spcBef>
              <a:buSzPct val="100000"/>
              <a:buChar char="●"/>
            </a:pPr>
            <a:r>
              <a:rPr lang="en" sz="1400">
                <a:highlight>
                  <a:srgbClr val="FFFFFF"/>
                </a:highlight>
              </a:rPr>
              <a:t>Properties are an extension of fields and are accessed using the same syntax.</a:t>
            </a:r>
          </a:p>
          <a:p>
            <a:pPr indent="-317500" lvl="0" marL="457200" rtl="0">
              <a:lnSpc>
                <a:spcPct val="115000"/>
              </a:lnSpc>
              <a:spcBef>
                <a:spcPts val="0"/>
              </a:spcBef>
              <a:buSzPct val="100000"/>
              <a:buChar char="●"/>
            </a:pPr>
            <a:r>
              <a:rPr lang="en" sz="1400">
                <a:highlight>
                  <a:srgbClr val="FFFFFF"/>
                </a:highlight>
              </a:rPr>
              <a:t>They use </a:t>
            </a:r>
            <a:r>
              <a:rPr b="1" lang="en" sz="1400">
                <a:highlight>
                  <a:srgbClr val="FFFFFF"/>
                </a:highlight>
              </a:rPr>
              <a:t>accessors</a:t>
            </a:r>
            <a:r>
              <a:rPr lang="en" sz="1400">
                <a:highlight>
                  <a:srgbClr val="FFFFFF"/>
                </a:highlight>
              </a:rPr>
              <a:t> through which the values of the private fields can be read, written or manipulated.</a:t>
            </a:r>
          </a:p>
          <a:p>
            <a:pPr indent="-317500" lvl="0" marL="457200" rtl="0">
              <a:lnSpc>
                <a:spcPct val="115000"/>
              </a:lnSpc>
              <a:spcBef>
                <a:spcPts val="0"/>
              </a:spcBef>
              <a:buSzPct val="100000"/>
              <a:buChar char="●"/>
            </a:pPr>
            <a:r>
              <a:rPr lang="en" sz="1400">
                <a:highlight>
                  <a:srgbClr val="FFFFFF"/>
                </a:highlight>
              </a:rPr>
              <a:t>An abstract class may have an abstract property, which should be implemented in the derived class.</a:t>
            </a:r>
          </a:p>
        </p:txBody>
      </p:sp>
      <p:pic>
        <p:nvPicPr>
          <p:cNvPr descr="prop.PNG" id="191" name="Shape 191"/>
          <p:cNvPicPr preferRelativeResize="0"/>
          <p:nvPr/>
        </p:nvPicPr>
        <p:blipFill>
          <a:blip r:embed="rId3">
            <a:alphaModFix/>
          </a:blip>
          <a:stretch>
            <a:fillRect/>
          </a:stretch>
        </p:blipFill>
        <p:spPr>
          <a:xfrm>
            <a:off x="5013525" y="1272203"/>
            <a:ext cx="3190875" cy="21240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195" name="Shape 195"/>
        <p:cNvGrpSpPr/>
        <p:nvPr/>
      </p:nvGrpSpPr>
      <p:grpSpPr>
        <a:xfrm>
          <a:off x="0" y="0"/>
          <a:ext cx="0" cy="0"/>
          <a:chOff x="0" y="0"/>
          <a:chExt cx="0" cy="0"/>
        </a:xfrm>
      </p:grpSpPr>
      <p:sp>
        <p:nvSpPr>
          <p:cNvPr id="196" name="Shape 196"/>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Indexer</a:t>
            </a:r>
          </a:p>
        </p:txBody>
      </p:sp>
      <p:sp>
        <p:nvSpPr>
          <p:cNvPr id="197" name="Shape 197"/>
          <p:cNvSpPr txBox="1"/>
          <p:nvPr>
            <p:ph idx="1" type="body"/>
          </p:nvPr>
        </p:nvSpPr>
        <p:spPr>
          <a:xfrm>
            <a:off x="471900" y="1233275"/>
            <a:ext cx="5059800" cy="3507900"/>
          </a:xfrm>
          <a:prstGeom prst="rect">
            <a:avLst/>
          </a:prstGeom>
        </p:spPr>
        <p:txBody>
          <a:bodyPr anchorCtr="0" anchor="t" bIns="91425" lIns="91425" rIns="91425" tIns="91425">
            <a:noAutofit/>
          </a:bodyPr>
          <a:lstStyle/>
          <a:p>
            <a:pPr indent="-330200" lvl="0" marL="457200" rtl="0">
              <a:spcBef>
                <a:spcPts val="0"/>
              </a:spcBef>
              <a:buClr>
                <a:srgbClr val="000000"/>
              </a:buClr>
              <a:buSzPct val="100000"/>
              <a:buChar char="●"/>
            </a:pPr>
            <a:r>
              <a:rPr lang="en" sz="1600">
                <a:highlight>
                  <a:srgbClr val="FFFFFF"/>
                </a:highlight>
              </a:rPr>
              <a:t>An </a:t>
            </a:r>
            <a:r>
              <a:rPr b="1" lang="en" sz="1600">
                <a:highlight>
                  <a:srgbClr val="FFFFFF"/>
                </a:highlight>
              </a:rPr>
              <a:t>indexer</a:t>
            </a:r>
            <a:r>
              <a:rPr lang="en" sz="1600">
                <a:highlight>
                  <a:srgbClr val="FFFFFF"/>
                </a:highlight>
              </a:rPr>
              <a:t> allows an object to be indexed such as an array</a:t>
            </a:r>
          </a:p>
          <a:p>
            <a:pPr indent="-330200" lvl="0" marL="457200" rtl="0">
              <a:spcBef>
                <a:spcPts val="0"/>
              </a:spcBef>
              <a:buClr>
                <a:srgbClr val="000000"/>
              </a:buClr>
              <a:buSzPct val="100000"/>
              <a:buChar char="●"/>
            </a:pPr>
            <a:r>
              <a:rPr lang="en" sz="1600">
                <a:highlight>
                  <a:srgbClr val="FFFFFF"/>
                </a:highlight>
              </a:rPr>
              <a:t>Declaration of behavior of an indexer is to some extent similar to a property</a:t>
            </a:r>
          </a:p>
          <a:p>
            <a:pPr indent="-330200" lvl="0" marL="457200" rtl="0">
              <a:spcBef>
                <a:spcPts val="0"/>
              </a:spcBef>
              <a:buSzPct val="100000"/>
              <a:buFont typeface="Verdana"/>
              <a:buChar char="●"/>
            </a:pPr>
            <a:r>
              <a:rPr lang="en" sz="1600">
                <a:solidFill>
                  <a:srgbClr val="2A2A2A"/>
                </a:solidFill>
              </a:rPr>
              <a:t> Suppose you want to define a class that makes a file appear as an array of bytes. If the file were very large, it would be impractical to read the entire file into memory, especially if you only wanted to read or change a few bytes. By defining a FileByteArray class, you could make the file appear similar to an array of bytes, but actually do file input and output when a byte was read or written</a:t>
            </a:r>
          </a:p>
        </p:txBody>
      </p:sp>
      <p:pic>
        <p:nvPicPr>
          <p:cNvPr descr="indexer.PNG" id="198" name="Shape 198"/>
          <p:cNvPicPr preferRelativeResize="0"/>
          <p:nvPr/>
        </p:nvPicPr>
        <p:blipFill>
          <a:blip r:embed="rId3">
            <a:alphaModFix/>
          </a:blip>
          <a:stretch>
            <a:fillRect/>
          </a:stretch>
        </p:blipFill>
        <p:spPr>
          <a:xfrm>
            <a:off x="5693825" y="1384100"/>
            <a:ext cx="2834199" cy="25212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02" name="Shape 202"/>
        <p:cNvGrpSpPr/>
        <p:nvPr/>
      </p:nvGrpSpPr>
      <p:grpSpPr>
        <a:xfrm>
          <a:off x="0" y="0"/>
          <a:ext cx="0" cy="0"/>
          <a:chOff x="0" y="0"/>
          <a:chExt cx="0" cy="0"/>
        </a:xfrm>
      </p:grpSpPr>
      <p:sp>
        <p:nvSpPr>
          <p:cNvPr id="203" name="Shape 203"/>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Anonymous Methods</a:t>
            </a:r>
          </a:p>
        </p:txBody>
      </p:sp>
      <p:sp>
        <p:nvSpPr>
          <p:cNvPr id="204" name="Shape 204"/>
          <p:cNvSpPr txBox="1"/>
          <p:nvPr>
            <p:ph idx="1" type="body"/>
          </p:nvPr>
        </p:nvSpPr>
        <p:spPr>
          <a:xfrm>
            <a:off x="471900" y="1233275"/>
            <a:ext cx="6181200" cy="2710200"/>
          </a:xfrm>
          <a:prstGeom prst="rect">
            <a:avLst/>
          </a:prstGeom>
        </p:spPr>
        <p:txBody>
          <a:bodyPr anchorCtr="0" anchor="t" bIns="91425" lIns="91425" rIns="91425" tIns="91425">
            <a:noAutofit/>
          </a:bodyPr>
          <a:lstStyle/>
          <a:p>
            <a:pPr indent="-330200" lvl="0" marL="457200" rtl="0">
              <a:spcBef>
                <a:spcPts val="0"/>
              </a:spcBef>
              <a:buClr>
                <a:srgbClr val="000000"/>
              </a:buClr>
              <a:buSzPct val="100000"/>
              <a:buChar char="●"/>
            </a:pPr>
            <a:r>
              <a:rPr lang="en" sz="1600">
                <a:highlight>
                  <a:srgbClr val="FFFFFF"/>
                </a:highlight>
              </a:rPr>
              <a:t>Anonymous methods are the methods without a name, just the body.</a:t>
            </a:r>
          </a:p>
          <a:p>
            <a:pPr indent="-330200" lvl="0" marL="457200" rtl="0">
              <a:spcBef>
                <a:spcPts val="0"/>
              </a:spcBef>
              <a:buClr>
                <a:srgbClr val="000000"/>
              </a:buClr>
              <a:buSzPct val="100000"/>
              <a:buChar char="●"/>
            </a:pPr>
            <a:r>
              <a:rPr lang="en" sz="1600">
                <a:highlight>
                  <a:srgbClr val="FFFFFF"/>
                </a:highlight>
              </a:rPr>
              <a:t>Anonymous methods provide a technique to pass a code block as a delegate parameter</a:t>
            </a:r>
          </a:p>
        </p:txBody>
      </p:sp>
      <p:pic>
        <p:nvPicPr>
          <p:cNvPr descr="anonymous.PNG" id="205" name="Shape 205"/>
          <p:cNvPicPr preferRelativeResize="0"/>
          <p:nvPr/>
        </p:nvPicPr>
        <p:blipFill>
          <a:blip r:embed="rId3">
            <a:alphaModFix/>
          </a:blip>
          <a:stretch>
            <a:fillRect/>
          </a:stretch>
        </p:blipFill>
        <p:spPr>
          <a:xfrm>
            <a:off x="2450912" y="2925600"/>
            <a:ext cx="4143375" cy="13525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09" name="Shape 209"/>
        <p:cNvGrpSpPr/>
        <p:nvPr/>
      </p:nvGrpSpPr>
      <p:grpSpPr>
        <a:xfrm>
          <a:off x="0" y="0"/>
          <a:ext cx="0" cy="0"/>
          <a:chOff x="0" y="0"/>
          <a:chExt cx="0" cy="0"/>
        </a:xfrm>
      </p:grpSpPr>
      <p:sp>
        <p:nvSpPr>
          <p:cNvPr id="210" name="Shape 210"/>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Attributes</a:t>
            </a:r>
          </a:p>
        </p:txBody>
      </p:sp>
      <p:sp>
        <p:nvSpPr>
          <p:cNvPr id="211" name="Shape 211"/>
          <p:cNvSpPr txBox="1"/>
          <p:nvPr>
            <p:ph idx="1" type="body"/>
          </p:nvPr>
        </p:nvSpPr>
        <p:spPr>
          <a:xfrm>
            <a:off x="471900" y="1233275"/>
            <a:ext cx="8483100" cy="3614100"/>
          </a:xfrm>
          <a:prstGeom prst="rect">
            <a:avLst/>
          </a:prstGeom>
        </p:spPr>
        <p:txBody>
          <a:bodyPr anchorCtr="0" anchor="t" bIns="91425" lIns="91425" rIns="91425" tIns="91425">
            <a:noAutofit/>
          </a:bodyPr>
          <a:lstStyle/>
          <a:p>
            <a:pPr indent="-317500" lvl="0" marL="457200" rtl="0">
              <a:spcBef>
                <a:spcPts val="0"/>
              </a:spcBef>
              <a:buClr>
                <a:srgbClr val="000000"/>
              </a:buClr>
              <a:buSzPct val="100000"/>
              <a:buChar char="●"/>
            </a:pPr>
            <a:r>
              <a:rPr lang="en" sz="1400">
                <a:solidFill>
                  <a:srgbClr val="2A2A2A"/>
                </a:solidFill>
              </a:rPr>
              <a:t>A mechanism for defining declarative tags(types, methods, properties, and so forth)</a:t>
            </a:r>
          </a:p>
          <a:p>
            <a:pPr indent="-317500" lvl="0" marL="457200" rtl="0">
              <a:spcBef>
                <a:spcPts val="0"/>
              </a:spcBef>
              <a:buClr>
                <a:srgbClr val="000000"/>
              </a:buClr>
              <a:buSzPct val="100000"/>
              <a:buChar char="●"/>
            </a:pPr>
            <a:r>
              <a:rPr lang="en" sz="1400">
                <a:highlight>
                  <a:srgbClr val="FFFFFF"/>
                </a:highlight>
              </a:rPr>
              <a:t>Used to convey information to runtime about the behaviors of various elements like classes, methods, structures, enumerators, assemblies etc</a:t>
            </a:r>
          </a:p>
          <a:p>
            <a:pPr indent="-317500" lvl="0" marL="457200" rtl="0">
              <a:spcBef>
                <a:spcPts val="0"/>
              </a:spcBef>
              <a:buSzPct val="100000"/>
              <a:buChar char="●"/>
            </a:pPr>
            <a:r>
              <a:rPr lang="en" sz="1400">
                <a:highlight>
                  <a:srgbClr val="FFFFFF"/>
                </a:highlight>
              </a:rPr>
              <a:t>Used for adding metadata, such as compiler instruction and other information such as comments, description, methods and classes to a program</a:t>
            </a:r>
          </a:p>
          <a:p>
            <a:pPr indent="-317500" lvl="0" marL="457200" rtl="0">
              <a:spcBef>
                <a:spcPts val="0"/>
              </a:spcBef>
              <a:buSzPct val="100000"/>
              <a:buChar char="●"/>
            </a:pPr>
            <a:r>
              <a:rPr lang="en" sz="1400">
                <a:highlight>
                  <a:srgbClr val="FFFFFF"/>
                </a:highlight>
              </a:rPr>
              <a:t>The .Net Framework provides two types of attributes: </a:t>
            </a:r>
            <a:r>
              <a:rPr i="1" lang="en" sz="1400">
                <a:highlight>
                  <a:srgbClr val="FFFFFF"/>
                </a:highlight>
              </a:rPr>
              <a:t>the pre-defined</a:t>
            </a:r>
            <a:r>
              <a:rPr lang="en" sz="1400">
                <a:highlight>
                  <a:srgbClr val="FFFFFF"/>
                </a:highlight>
              </a:rPr>
              <a:t> attributes and </a:t>
            </a:r>
            <a:r>
              <a:rPr i="1" lang="en" sz="1400">
                <a:highlight>
                  <a:srgbClr val="FFFFFF"/>
                </a:highlight>
              </a:rPr>
              <a:t>custom built</a:t>
            </a:r>
            <a:r>
              <a:rPr lang="en" sz="1400">
                <a:highlight>
                  <a:srgbClr val="FFFFFF"/>
                </a:highlight>
              </a:rPr>
              <a:t> attributes.</a:t>
            </a:r>
          </a:p>
          <a:p>
            <a:pPr indent="-241300" lvl="0" marL="342900" rtl="0">
              <a:lnSpc>
                <a:spcPct val="115000"/>
              </a:lnSpc>
              <a:spcBef>
                <a:spcPts val="0"/>
              </a:spcBef>
              <a:buSzPct val="100000"/>
              <a:buChar char="●"/>
            </a:pPr>
            <a:r>
              <a:rPr lang="en" sz="1400"/>
              <a:t>  Attributes classes are public classes derived from System.Attribute that have at least one </a:t>
            </a:r>
          </a:p>
          <a:p>
            <a:pPr indent="457200" lvl="0" rtl="0">
              <a:lnSpc>
                <a:spcPct val="115000"/>
              </a:lnSpc>
              <a:spcBef>
                <a:spcPts val="0"/>
              </a:spcBef>
              <a:buNone/>
            </a:pPr>
            <a:r>
              <a:rPr lang="en" sz="1400"/>
              <a:t>public constructor.</a:t>
            </a:r>
          </a:p>
          <a:p>
            <a:pPr indent="-317500" lvl="0" marL="457200" rtl="0">
              <a:spcBef>
                <a:spcPts val="0"/>
              </a:spcBef>
              <a:buSzPct val="100000"/>
              <a:buFont typeface="Arial"/>
              <a:buChar char="●"/>
            </a:pPr>
            <a:r>
              <a:rPr lang="en" sz="1400"/>
              <a:t>Attribute classes have two types of parameters: </a:t>
            </a:r>
            <a:r>
              <a:rPr i="1" lang="en" sz="1400"/>
              <a:t>Positional parameters</a:t>
            </a:r>
            <a:r>
              <a:rPr lang="en" sz="1400"/>
              <a:t> , </a:t>
            </a:r>
            <a:r>
              <a:rPr i="1" lang="en" sz="1400"/>
              <a:t>Named parameters</a:t>
            </a:r>
            <a:r>
              <a:rPr lang="en" sz="1400"/>
              <a:t> </a:t>
            </a:r>
          </a:p>
          <a:p>
            <a:pPr indent="-317500" lvl="0" marL="457200" rtl="0">
              <a:spcBef>
                <a:spcPts val="0"/>
              </a:spcBef>
              <a:buSzPct val="100000"/>
              <a:buFont typeface="Arial"/>
              <a:buChar char="●"/>
            </a:pPr>
            <a:r>
              <a:rPr lang="en" sz="1400">
                <a:solidFill>
                  <a:srgbClr val="2A2A2A"/>
                </a:solidFill>
              </a:rPr>
              <a:t>AttributeUsage,</a:t>
            </a:r>
            <a:r>
              <a:rPr lang="en" sz="1400"/>
              <a:t>AttributeTargets ,AllowOn,AllowMultiple</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15" name="Shape 215"/>
        <p:cNvGrpSpPr/>
        <p:nvPr/>
      </p:nvGrpSpPr>
      <p:grpSpPr>
        <a:xfrm>
          <a:off x="0" y="0"/>
          <a:ext cx="0" cy="0"/>
          <a:chOff x="0" y="0"/>
          <a:chExt cx="0" cy="0"/>
        </a:xfrm>
      </p:grpSpPr>
      <p:sp>
        <p:nvSpPr>
          <p:cNvPr id="216" name="Shape 216"/>
          <p:cNvSpPr txBox="1"/>
          <p:nvPr>
            <p:ph type="title"/>
          </p:nvPr>
        </p:nvSpPr>
        <p:spPr>
          <a:xfrm>
            <a:off x="271350" y="205975"/>
            <a:ext cx="8669100" cy="857400"/>
          </a:xfrm>
          <a:prstGeom prst="rect">
            <a:avLst/>
          </a:prstGeom>
        </p:spPr>
        <p:txBody>
          <a:bodyPr anchorCtr="0" anchor="b" bIns="91425" lIns="91425" rIns="91425" tIns="91425">
            <a:noAutofit/>
          </a:bodyPr>
          <a:lstStyle/>
          <a:p>
            <a:pPr lvl="0" rtl="0">
              <a:spcBef>
                <a:spcPts val="0"/>
              </a:spcBef>
              <a:buNone/>
            </a:pPr>
            <a:r>
              <a:rPr lang="en"/>
              <a:t>Accessing Attributes Using Reflection</a:t>
            </a:r>
          </a:p>
        </p:txBody>
      </p:sp>
      <p:pic>
        <p:nvPicPr>
          <p:cNvPr descr="reflection.PNG" id="217" name="Shape 217"/>
          <p:cNvPicPr preferRelativeResize="0"/>
          <p:nvPr/>
        </p:nvPicPr>
        <p:blipFill>
          <a:blip r:embed="rId3">
            <a:alphaModFix/>
          </a:blip>
          <a:stretch>
            <a:fillRect/>
          </a:stretch>
        </p:blipFill>
        <p:spPr>
          <a:xfrm>
            <a:off x="457200" y="1444375"/>
            <a:ext cx="7128525" cy="27313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21" name="Shape 221"/>
        <p:cNvGrpSpPr/>
        <p:nvPr/>
      </p:nvGrpSpPr>
      <p:grpSpPr>
        <a:xfrm>
          <a:off x="0" y="0"/>
          <a:ext cx="0" cy="0"/>
          <a:chOff x="0" y="0"/>
          <a:chExt cx="0" cy="0"/>
        </a:xfrm>
      </p:grpSpPr>
      <p:sp>
        <p:nvSpPr>
          <p:cNvPr id="222" name="Shape 222"/>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Pointers</a:t>
            </a:r>
          </a:p>
        </p:txBody>
      </p:sp>
      <p:sp>
        <p:nvSpPr>
          <p:cNvPr id="223" name="Shape 223"/>
          <p:cNvSpPr txBox="1"/>
          <p:nvPr>
            <p:ph idx="1" type="body"/>
          </p:nvPr>
        </p:nvSpPr>
        <p:spPr>
          <a:xfrm>
            <a:off x="471900" y="1233275"/>
            <a:ext cx="6181200" cy="2710200"/>
          </a:xfrm>
          <a:prstGeom prst="rect">
            <a:avLst/>
          </a:prstGeom>
        </p:spPr>
        <p:txBody>
          <a:bodyPr anchorCtr="0" anchor="t" bIns="91425" lIns="91425" rIns="91425" tIns="91425">
            <a:noAutofit/>
          </a:bodyPr>
          <a:lstStyle/>
          <a:p>
            <a:pPr indent="-381000" lvl="0" marL="457200" rtl="0">
              <a:spcBef>
                <a:spcPts val="0"/>
              </a:spcBef>
              <a:buClr>
                <a:srgbClr val="000000"/>
              </a:buClr>
              <a:buSzPct val="100000"/>
              <a:buChar char="●"/>
            </a:pPr>
            <a:r>
              <a:rPr lang="en" sz="2400">
                <a:solidFill>
                  <a:srgbClr val="000000"/>
                </a:solidFill>
                <a:highlight>
                  <a:srgbClr val="FFFFFF"/>
                </a:highlight>
              </a:rPr>
              <a:t>A short written exam based on last class</a:t>
            </a:r>
          </a:p>
          <a:p>
            <a:pPr indent="-381000" lvl="0" marL="457200" rtl="0">
              <a:spcBef>
                <a:spcPts val="0"/>
              </a:spcBef>
              <a:buClr>
                <a:srgbClr val="000000"/>
              </a:buClr>
              <a:buSzPct val="100000"/>
              <a:buChar char="●"/>
            </a:pPr>
            <a:r>
              <a:rPr lang="en" sz="2400">
                <a:solidFill>
                  <a:srgbClr val="000000"/>
                </a:solidFill>
                <a:highlight>
                  <a:srgbClr val="FFFFFF"/>
                </a:highlight>
              </a:rPr>
              <a:t>C# basic features continued.</a:t>
            </a: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27" name="Shape 227"/>
        <p:cNvGrpSpPr/>
        <p:nvPr/>
      </p:nvGrpSpPr>
      <p:grpSpPr>
        <a:xfrm>
          <a:off x="0" y="0"/>
          <a:ext cx="0" cy="0"/>
          <a:chOff x="0" y="0"/>
          <a:chExt cx="0" cy="0"/>
        </a:xfrm>
      </p:grpSpPr>
      <p:sp>
        <p:nvSpPr>
          <p:cNvPr id="228" name="Shape 228"/>
          <p:cNvSpPr txBox="1"/>
          <p:nvPr>
            <p:ph type="title"/>
          </p:nvPr>
        </p:nvSpPr>
        <p:spPr>
          <a:xfrm>
            <a:off x="457200" y="205978"/>
            <a:ext cx="8229600" cy="857400"/>
          </a:xfrm>
          <a:prstGeom prst="rect">
            <a:avLst/>
          </a:prstGeom>
        </p:spPr>
        <p:txBody>
          <a:bodyPr anchorCtr="0" anchor="b" bIns="91425" lIns="91425" rIns="91425" tIns="91425">
            <a:noAutofit/>
          </a:bodyPr>
          <a:lstStyle/>
          <a:p>
            <a:pPr lvl="0" rtl="0">
              <a:spcBef>
                <a:spcPts val="0"/>
              </a:spcBef>
              <a:buNone/>
            </a:pPr>
            <a:r>
              <a:rPr lang="en"/>
              <a:t>Unsafe Codes</a:t>
            </a:r>
          </a:p>
        </p:txBody>
      </p:sp>
      <p:sp>
        <p:nvSpPr>
          <p:cNvPr id="229" name="Shape 229"/>
          <p:cNvSpPr txBox="1"/>
          <p:nvPr>
            <p:ph idx="1" type="body"/>
          </p:nvPr>
        </p:nvSpPr>
        <p:spPr>
          <a:xfrm>
            <a:off x="471900" y="1233275"/>
            <a:ext cx="6181200" cy="2710200"/>
          </a:xfrm>
          <a:prstGeom prst="rect">
            <a:avLst/>
          </a:prstGeom>
        </p:spPr>
        <p:txBody>
          <a:bodyPr anchorCtr="0" anchor="t" bIns="91425" lIns="91425" rIns="91425" tIns="91425">
            <a:noAutofit/>
          </a:bodyPr>
          <a:lstStyle/>
          <a:p>
            <a:pPr indent="-381000" lvl="0" marL="457200" rtl="0">
              <a:spcBef>
                <a:spcPts val="0"/>
              </a:spcBef>
              <a:buClr>
                <a:srgbClr val="000000"/>
              </a:buClr>
              <a:buSzPct val="100000"/>
              <a:buChar char="●"/>
            </a:pPr>
            <a:r>
              <a:rPr lang="en" sz="2400">
                <a:solidFill>
                  <a:srgbClr val="000000"/>
                </a:solidFill>
                <a:highlight>
                  <a:srgbClr val="FFFFFF"/>
                </a:highlight>
              </a:rPr>
              <a:t>A short written exam based on last class</a:t>
            </a:r>
          </a:p>
          <a:p>
            <a:pPr indent="-381000" lvl="0" marL="457200" rtl="0">
              <a:spcBef>
                <a:spcPts val="0"/>
              </a:spcBef>
              <a:buClr>
                <a:srgbClr val="000000"/>
              </a:buClr>
              <a:buSzPct val="100000"/>
              <a:buChar char="●"/>
            </a:pPr>
            <a:r>
              <a:rPr lang="en" sz="2400">
                <a:solidFill>
                  <a:srgbClr val="000000"/>
                </a:solidFill>
                <a:highlight>
                  <a:srgbClr val="FFFFFF"/>
                </a:highlight>
              </a:rPr>
              <a:t>C# basic features continued.</a:t>
            </a: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spTree>
      <p:nvGrpSpPr>
        <p:cNvPr id="233" name="Shape 233"/>
        <p:cNvGrpSpPr/>
        <p:nvPr/>
      </p:nvGrpSpPr>
      <p:grpSpPr>
        <a:xfrm>
          <a:off x="0" y="0"/>
          <a:ext cx="0" cy="0"/>
          <a:chOff x="0" y="0"/>
          <a:chExt cx="0" cy="0"/>
        </a:xfrm>
      </p:grpSpPr>
      <p:sp>
        <p:nvSpPr>
          <p:cNvPr id="234" name="Shape 234"/>
          <p:cNvSpPr txBox="1"/>
          <p:nvPr>
            <p:ph type="ctrTitle"/>
          </p:nvPr>
        </p:nvSpPr>
        <p:spPr>
          <a:xfrm>
            <a:off x="457200" y="563759"/>
            <a:ext cx="8229600" cy="3009600"/>
          </a:xfrm>
          <a:prstGeom prst="rect">
            <a:avLst/>
          </a:prstGeom>
        </p:spPr>
        <p:txBody>
          <a:bodyPr anchorCtr="0" anchor="t" bIns="91425" lIns="91425" rIns="91425" tIns="91425">
            <a:noAutofit/>
          </a:bodyPr>
          <a:lstStyle/>
          <a:p>
            <a:pPr lvl="0" rtl="0" algn="ctr">
              <a:spcBef>
                <a:spcPts val="0"/>
              </a:spcBef>
              <a:buNone/>
            </a:pPr>
            <a:r>
              <a:rPr lang="en"/>
              <a:t>Thanks</a:t>
            </a:r>
          </a:p>
        </p:txBody>
      </p:sp>
    </p:spTree>
  </p:cSld>
  <p:clrMapOvr>
    <a:masterClrMapping/>
  </p:clrMapOvr>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Custom 218">
      <a:dk1>
        <a:srgbClr val="000000"/>
      </a:dk1>
      <a:lt1>
        <a:srgbClr val="FFFFFF"/>
      </a:lt1>
      <a:dk2>
        <a:srgbClr val="5B595A"/>
      </a:dk2>
      <a:lt2>
        <a:srgbClr val="CFD4D4"/>
      </a:lt2>
      <a:accent1>
        <a:srgbClr val="CC0202"/>
      </a:accent1>
      <a:accent2>
        <a:srgbClr val="228AFF"/>
      </a:accent2>
      <a:accent3>
        <a:srgbClr val="FBC82F"/>
      </a:accent3>
      <a:accent4>
        <a:srgbClr val="253E91"/>
      </a:accent4>
      <a:accent5>
        <a:srgbClr val="F68D0C"/>
      </a:accent5>
      <a:accent6>
        <a:srgbClr val="257E12"/>
      </a:accent6>
      <a:hlink>
        <a:srgbClr val="144C72"/>
      </a:hlink>
      <a:folHlink>
        <a:srgbClr val="8C9D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