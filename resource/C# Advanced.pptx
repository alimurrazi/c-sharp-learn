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5143500" cx="9144000"/>
  <p:notesSz cx="6858000" cy="9144000"/>
  <p:embeddedFontLst>
    <p:embeddedFont>
      <p:font typeface="Roboto"/>
      <p:regular r:id="rId29"/>
      <p:bold r:id="rId30"/>
      <p:italic r:id="rId31"/>
      <p:boldItalic r:id="rId32"/>
    </p:embeddedFont>
    <p:embeddedFont>
      <p:font typeface="Merriweather"/>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7.xml"/><Relationship Id="rId33" Type="http://schemas.openxmlformats.org/officeDocument/2006/relationships/font" Target="fonts/Merriweather-regular.fntdata"/><Relationship Id="rId10" Type="http://schemas.openxmlformats.org/officeDocument/2006/relationships/slide" Target="slides/slide6.xml"/><Relationship Id="rId32" Type="http://schemas.openxmlformats.org/officeDocument/2006/relationships/font" Target="fonts/Roboto-boldItalic.fntdata"/><Relationship Id="rId13" Type="http://schemas.openxmlformats.org/officeDocument/2006/relationships/slide" Target="slides/slide9.xml"/><Relationship Id="rId35" Type="http://schemas.openxmlformats.org/officeDocument/2006/relationships/font" Target="fonts/Merriweather-italic.fntdata"/><Relationship Id="rId12" Type="http://schemas.openxmlformats.org/officeDocument/2006/relationships/slide" Target="slides/slide8.xml"/><Relationship Id="rId34" Type="http://schemas.openxmlformats.org/officeDocument/2006/relationships/font" Target="fonts/Merriweather-bold.fntdata"/><Relationship Id="rId15" Type="http://schemas.openxmlformats.org/officeDocument/2006/relationships/slide" Target="slides/slide11.xml"/><Relationship Id="rId14" Type="http://schemas.openxmlformats.org/officeDocument/2006/relationships/slide" Target="slides/slide10.xml"/><Relationship Id="rId36" Type="http://schemas.openxmlformats.org/officeDocument/2006/relationships/font" Target="fonts/Merriweather-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8" name="Shape 38"/>
        <p:cNvGrpSpPr/>
        <p:nvPr/>
      </p:nvGrpSpPr>
      <p:grpSpPr>
        <a:xfrm>
          <a:off x="0" y="0"/>
          <a:ext cx="0" cy="0"/>
          <a:chOff x="0" y="0"/>
          <a:chExt cx="0" cy="0"/>
        </a:xfrm>
      </p:grpSpPr>
      <p:sp>
        <p:nvSpPr>
          <p:cNvPr id="39" name="Shape 39"/>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40" name="Shape 4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4" name="Shape 44"/>
        <p:cNvGrpSpPr/>
        <p:nvPr/>
      </p:nvGrpSpPr>
      <p:grpSpPr>
        <a:xfrm>
          <a:off x="0" y="0"/>
          <a:ext cx="0" cy="0"/>
          <a:chOff x="0" y="0"/>
          <a:chExt cx="0" cy="0"/>
        </a:xfrm>
      </p:grpSpPr>
      <p:sp>
        <p:nvSpPr>
          <p:cNvPr id="45" name="Shape 4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46" name="Shape 4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0" name="Shape 50"/>
        <p:cNvGrpSpPr/>
        <p:nvPr/>
      </p:nvGrpSpPr>
      <p:grpSpPr>
        <a:xfrm>
          <a:off x="0" y="0"/>
          <a:ext cx="0" cy="0"/>
          <a:chOff x="0" y="0"/>
          <a:chExt cx="0" cy="0"/>
        </a:xfrm>
      </p:grpSpPr>
      <p:sp>
        <p:nvSpPr>
          <p:cNvPr id="51" name="Shape 5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2" name="Shape 5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5" name="Shape 55"/>
        <p:cNvGrpSpPr/>
        <p:nvPr/>
      </p:nvGrpSpPr>
      <p:grpSpPr>
        <a:xfrm>
          <a:off x="0" y="0"/>
          <a:ext cx="0" cy="0"/>
          <a:chOff x="0" y="0"/>
          <a:chExt cx="0" cy="0"/>
        </a:xfrm>
      </p:grpSpPr>
      <p:sp>
        <p:nvSpPr>
          <p:cNvPr id="56" name="Shape 5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7" name="Shape 5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1" name="Shape 61"/>
        <p:cNvGrpSpPr/>
        <p:nvPr/>
      </p:nvGrpSpPr>
      <p:grpSpPr>
        <a:xfrm>
          <a:off x="0" y="0"/>
          <a:ext cx="0" cy="0"/>
          <a:chOff x="0" y="0"/>
          <a:chExt cx="0" cy="0"/>
        </a:xfrm>
      </p:grpSpPr>
      <p:sp>
        <p:nvSpPr>
          <p:cNvPr id="62" name="Shape 6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3" name="Shape 6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7" name="Shape 67"/>
        <p:cNvGrpSpPr/>
        <p:nvPr/>
      </p:nvGrpSpPr>
      <p:grpSpPr>
        <a:xfrm>
          <a:off x="0" y="0"/>
          <a:ext cx="0" cy="0"/>
          <a:chOff x="0" y="0"/>
          <a:chExt cx="0" cy="0"/>
        </a:xfrm>
      </p:grpSpPr>
      <p:sp>
        <p:nvSpPr>
          <p:cNvPr id="68" name="Shape 6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9" name="Shape 6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4" name="Shape 74"/>
        <p:cNvGrpSpPr/>
        <p:nvPr/>
      </p:nvGrpSpPr>
      <p:grpSpPr>
        <a:xfrm>
          <a:off x="0" y="0"/>
          <a:ext cx="0" cy="0"/>
          <a:chOff x="0" y="0"/>
          <a:chExt cx="0" cy="0"/>
        </a:xfrm>
      </p:grpSpPr>
      <p:sp>
        <p:nvSpPr>
          <p:cNvPr id="75" name="Shape 7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6" name="Shape 7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0" name="Shape 80"/>
        <p:cNvGrpSpPr/>
        <p:nvPr/>
      </p:nvGrpSpPr>
      <p:grpSpPr>
        <a:xfrm>
          <a:off x="0" y="0"/>
          <a:ext cx="0" cy="0"/>
          <a:chOff x="0" y="0"/>
          <a:chExt cx="0" cy="0"/>
        </a:xfrm>
      </p:grpSpPr>
      <p:sp>
        <p:nvSpPr>
          <p:cNvPr id="81" name="Shape 8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2" name="Shape 8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6" name="Shape 86"/>
        <p:cNvGrpSpPr/>
        <p:nvPr/>
      </p:nvGrpSpPr>
      <p:grpSpPr>
        <a:xfrm>
          <a:off x="0" y="0"/>
          <a:ext cx="0" cy="0"/>
          <a:chOff x="0" y="0"/>
          <a:chExt cx="0" cy="0"/>
        </a:xfrm>
      </p:grpSpPr>
      <p:sp>
        <p:nvSpPr>
          <p:cNvPr id="87" name="Shape 8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8" name="Shape 8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3" name="Shape 93"/>
        <p:cNvGrpSpPr/>
        <p:nvPr/>
      </p:nvGrpSpPr>
      <p:grpSpPr>
        <a:xfrm>
          <a:off x="0" y="0"/>
          <a:ext cx="0" cy="0"/>
          <a:chOff x="0" y="0"/>
          <a:chExt cx="0" cy="0"/>
        </a:xfrm>
      </p:grpSpPr>
      <p:sp>
        <p:nvSpPr>
          <p:cNvPr id="94" name="Shape 9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5" name="Shape 9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9" name="Shape 99"/>
        <p:cNvGrpSpPr/>
        <p:nvPr/>
      </p:nvGrpSpPr>
      <p:grpSpPr>
        <a:xfrm>
          <a:off x="0" y="0"/>
          <a:ext cx="0" cy="0"/>
          <a:chOff x="0" y="0"/>
          <a:chExt cx="0" cy="0"/>
        </a:xfrm>
      </p:grpSpPr>
      <p:sp>
        <p:nvSpPr>
          <p:cNvPr id="100" name="Shape 10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1" name="Shape 10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5" name="Shape 105"/>
        <p:cNvGrpSpPr/>
        <p:nvPr/>
      </p:nvGrpSpPr>
      <p:grpSpPr>
        <a:xfrm>
          <a:off x="0" y="0"/>
          <a:ext cx="0" cy="0"/>
          <a:chOff x="0" y="0"/>
          <a:chExt cx="0" cy="0"/>
        </a:xfrm>
      </p:grpSpPr>
      <p:sp>
        <p:nvSpPr>
          <p:cNvPr id="106" name="Shape 10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7" name="Shape 10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1" name="Shape 111"/>
        <p:cNvGrpSpPr/>
        <p:nvPr/>
      </p:nvGrpSpPr>
      <p:grpSpPr>
        <a:xfrm>
          <a:off x="0" y="0"/>
          <a:ext cx="0" cy="0"/>
          <a:chOff x="0" y="0"/>
          <a:chExt cx="0" cy="0"/>
        </a:xfrm>
      </p:grpSpPr>
      <p:sp>
        <p:nvSpPr>
          <p:cNvPr id="112" name="Shape 11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3" name="Shape 11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7" name="Shape 117"/>
        <p:cNvGrpSpPr/>
        <p:nvPr/>
      </p:nvGrpSpPr>
      <p:grpSpPr>
        <a:xfrm>
          <a:off x="0" y="0"/>
          <a:ext cx="0" cy="0"/>
          <a:chOff x="0" y="0"/>
          <a:chExt cx="0" cy="0"/>
        </a:xfrm>
      </p:grpSpPr>
      <p:sp>
        <p:nvSpPr>
          <p:cNvPr id="118" name="Shape 11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9" name="Shape 11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3" name="Shape 123"/>
        <p:cNvGrpSpPr/>
        <p:nvPr/>
      </p:nvGrpSpPr>
      <p:grpSpPr>
        <a:xfrm>
          <a:off x="0" y="0"/>
          <a:ext cx="0" cy="0"/>
          <a:chOff x="0" y="0"/>
          <a:chExt cx="0" cy="0"/>
        </a:xfrm>
      </p:grpSpPr>
      <p:sp>
        <p:nvSpPr>
          <p:cNvPr id="124" name="Shape 12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5" name="Shape 12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9" name="Shape 129"/>
        <p:cNvGrpSpPr/>
        <p:nvPr/>
      </p:nvGrpSpPr>
      <p:grpSpPr>
        <a:xfrm>
          <a:off x="0" y="0"/>
          <a:ext cx="0" cy="0"/>
          <a:chOff x="0" y="0"/>
          <a:chExt cx="0" cy="0"/>
        </a:xfrm>
      </p:grpSpPr>
      <p:sp>
        <p:nvSpPr>
          <p:cNvPr id="130" name="Shape 13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1" name="Shape 13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5" name="Shape 135"/>
        <p:cNvGrpSpPr/>
        <p:nvPr/>
      </p:nvGrpSpPr>
      <p:grpSpPr>
        <a:xfrm>
          <a:off x="0" y="0"/>
          <a:ext cx="0" cy="0"/>
          <a:chOff x="0" y="0"/>
          <a:chExt cx="0" cy="0"/>
        </a:xfrm>
      </p:grpSpPr>
      <p:sp>
        <p:nvSpPr>
          <p:cNvPr id="136" name="Shape 13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7" name="Shape 13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1" name="Shape 141"/>
        <p:cNvGrpSpPr/>
        <p:nvPr/>
      </p:nvGrpSpPr>
      <p:grpSpPr>
        <a:xfrm>
          <a:off x="0" y="0"/>
          <a:ext cx="0" cy="0"/>
          <a:chOff x="0" y="0"/>
          <a:chExt cx="0" cy="0"/>
        </a:xfrm>
      </p:grpSpPr>
      <p:sp>
        <p:nvSpPr>
          <p:cNvPr id="142" name="Shape 14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43" name="Shape 14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7" name="Shape 147"/>
        <p:cNvGrpSpPr/>
        <p:nvPr/>
      </p:nvGrpSpPr>
      <p:grpSpPr>
        <a:xfrm>
          <a:off x="0" y="0"/>
          <a:ext cx="0" cy="0"/>
          <a:chOff x="0" y="0"/>
          <a:chExt cx="0" cy="0"/>
        </a:xfrm>
      </p:grpSpPr>
      <p:sp>
        <p:nvSpPr>
          <p:cNvPr id="148" name="Shape 14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49" name="Shape 14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3" name="Shape 153"/>
        <p:cNvGrpSpPr/>
        <p:nvPr/>
      </p:nvGrpSpPr>
      <p:grpSpPr>
        <a:xfrm>
          <a:off x="0" y="0"/>
          <a:ext cx="0" cy="0"/>
          <a:chOff x="0" y="0"/>
          <a:chExt cx="0" cy="0"/>
        </a:xfrm>
      </p:grpSpPr>
      <p:sp>
        <p:nvSpPr>
          <p:cNvPr id="154" name="Shape 15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55" name="Shape 15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9" name="Shape 159"/>
        <p:cNvGrpSpPr/>
        <p:nvPr/>
      </p:nvGrpSpPr>
      <p:grpSpPr>
        <a:xfrm>
          <a:off x="0" y="0"/>
          <a:ext cx="0" cy="0"/>
          <a:chOff x="0" y="0"/>
          <a:chExt cx="0" cy="0"/>
        </a:xfrm>
      </p:grpSpPr>
      <p:sp>
        <p:nvSpPr>
          <p:cNvPr id="160" name="Shape 16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61" name="Shape 16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5" name="Shape 165"/>
        <p:cNvGrpSpPr/>
        <p:nvPr/>
      </p:nvGrpSpPr>
      <p:grpSpPr>
        <a:xfrm>
          <a:off x="0" y="0"/>
          <a:ext cx="0" cy="0"/>
          <a:chOff x="0" y="0"/>
          <a:chExt cx="0" cy="0"/>
        </a:xfrm>
      </p:grpSpPr>
      <p:sp>
        <p:nvSpPr>
          <p:cNvPr id="166" name="Shape 16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67" name="Shape 16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1" name="Shape 171"/>
        <p:cNvGrpSpPr/>
        <p:nvPr/>
      </p:nvGrpSpPr>
      <p:grpSpPr>
        <a:xfrm>
          <a:off x="0" y="0"/>
          <a:ext cx="0" cy="0"/>
          <a:chOff x="0" y="0"/>
          <a:chExt cx="0" cy="0"/>
        </a:xfrm>
      </p:grpSpPr>
      <p:sp>
        <p:nvSpPr>
          <p:cNvPr id="172" name="Shape 17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73" name="Shape 17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7" name="Shape 177"/>
        <p:cNvGrpSpPr/>
        <p:nvPr/>
      </p:nvGrpSpPr>
      <p:grpSpPr>
        <a:xfrm>
          <a:off x="0" y="0"/>
          <a:ext cx="0" cy="0"/>
          <a:chOff x="0" y="0"/>
          <a:chExt cx="0" cy="0"/>
        </a:xfrm>
      </p:grpSpPr>
      <p:sp>
        <p:nvSpPr>
          <p:cNvPr id="178" name="Shape 17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79" name="Shape 17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10" name="Shape 10"/>
        <p:cNvGrpSpPr/>
        <p:nvPr/>
      </p:nvGrpSpPr>
      <p:grpSpPr>
        <a:xfrm>
          <a:off x="0" y="0"/>
          <a:ext cx="0" cy="0"/>
          <a:chOff x="0" y="0"/>
          <a:chExt cx="0" cy="0"/>
        </a:xfrm>
      </p:grpSpPr>
      <p:sp>
        <p:nvSpPr>
          <p:cNvPr id="11" name="Shape 11"/>
          <p:cNvSpPr txBox="1"/>
          <p:nvPr>
            <p:ph type="ctrTitle"/>
          </p:nvPr>
        </p:nvSpPr>
        <p:spPr>
          <a:xfrm>
            <a:off x="457200" y="563759"/>
            <a:ext cx="8229600" cy="3009600"/>
          </a:xfrm>
          <a:prstGeom prst="rect">
            <a:avLst/>
          </a:prstGeom>
        </p:spPr>
        <p:txBody>
          <a:bodyPr anchorCtr="0" anchor="t" bIns="91425" lIns="91425" rIns="91425" tIns="91425"/>
          <a:lstStyle>
            <a:lvl1pPr lvl="0">
              <a:spcBef>
                <a:spcPts val="0"/>
              </a:spcBef>
              <a:buSzPct val="100000"/>
              <a:defRPr sz="7200"/>
            </a:lvl1pPr>
            <a:lvl2pPr lvl="1">
              <a:spcBef>
                <a:spcPts val="0"/>
              </a:spcBef>
              <a:buSzPct val="100000"/>
              <a:defRPr sz="7200"/>
            </a:lvl2pPr>
            <a:lvl3pPr lvl="2">
              <a:spcBef>
                <a:spcPts val="0"/>
              </a:spcBef>
              <a:buSzPct val="100000"/>
              <a:defRPr sz="7200"/>
            </a:lvl3pPr>
            <a:lvl4pPr lvl="3">
              <a:spcBef>
                <a:spcPts val="0"/>
              </a:spcBef>
              <a:buSzPct val="100000"/>
              <a:defRPr sz="7200"/>
            </a:lvl4pPr>
            <a:lvl5pPr lvl="4">
              <a:spcBef>
                <a:spcPts val="0"/>
              </a:spcBef>
              <a:buSzPct val="100000"/>
              <a:defRPr sz="7200"/>
            </a:lvl5pPr>
            <a:lvl6pPr lvl="5">
              <a:spcBef>
                <a:spcPts val="0"/>
              </a:spcBef>
              <a:buSzPct val="100000"/>
              <a:defRPr sz="7200"/>
            </a:lvl6pPr>
            <a:lvl7pPr lvl="6">
              <a:spcBef>
                <a:spcPts val="0"/>
              </a:spcBef>
              <a:buSzPct val="100000"/>
              <a:defRPr sz="7200"/>
            </a:lvl7pPr>
            <a:lvl8pPr lvl="7">
              <a:spcBef>
                <a:spcPts val="0"/>
              </a:spcBef>
              <a:buSzPct val="100000"/>
              <a:defRPr sz="7200"/>
            </a:lvl8pPr>
            <a:lvl9pPr lvl="8">
              <a:spcBef>
                <a:spcPts val="0"/>
              </a:spcBef>
              <a:buSzPct val="100000"/>
              <a:defRPr sz="7200"/>
            </a:lvl9pPr>
          </a:lstStyle>
          <a:p/>
        </p:txBody>
      </p:sp>
      <p:sp>
        <p:nvSpPr>
          <p:cNvPr id="12" name="Shape 12"/>
          <p:cNvSpPr txBox="1"/>
          <p:nvPr>
            <p:ph idx="1" type="subTitle"/>
          </p:nvPr>
        </p:nvSpPr>
        <p:spPr>
          <a:xfrm>
            <a:off x="457200" y="3716392"/>
            <a:ext cx="8229600" cy="1232700"/>
          </a:xfrm>
          <a:prstGeom prst="rect">
            <a:avLst/>
          </a:prstGeom>
        </p:spPr>
        <p:txBody>
          <a:bodyPr anchorCtr="0" anchor="t" bIns="91425" lIns="91425" rIns="91425" tIns="91425"/>
          <a:lstStyle>
            <a:lvl1pPr lvl="0">
              <a:spcBef>
                <a:spcPts val="0"/>
              </a:spcBef>
              <a:buClr>
                <a:schemeClr val="dk2"/>
              </a:buClr>
              <a:buSzPct val="100000"/>
              <a:buNone/>
              <a:defRPr sz="4800">
                <a:solidFill>
                  <a:schemeClr val="dk2"/>
                </a:solidFill>
              </a:defRPr>
            </a:lvl1pPr>
            <a:lvl2pPr lvl="1">
              <a:spcBef>
                <a:spcPts val="0"/>
              </a:spcBef>
              <a:buClr>
                <a:schemeClr val="dk2"/>
              </a:buClr>
              <a:buSzPct val="100000"/>
              <a:buNone/>
              <a:defRPr sz="4800">
                <a:solidFill>
                  <a:schemeClr val="dk2"/>
                </a:solidFill>
              </a:defRPr>
            </a:lvl2pPr>
            <a:lvl3pPr lvl="2">
              <a:spcBef>
                <a:spcPts val="0"/>
              </a:spcBef>
              <a:buClr>
                <a:schemeClr val="dk2"/>
              </a:buClr>
              <a:buSzPct val="100000"/>
              <a:buNone/>
              <a:defRPr sz="4800">
                <a:solidFill>
                  <a:schemeClr val="dk2"/>
                </a:solidFill>
              </a:defRPr>
            </a:lvl3pPr>
            <a:lvl4pPr lvl="3">
              <a:spcBef>
                <a:spcPts val="0"/>
              </a:spcBef>
              <a:buClr>
                <a:schemeClr val="dk2"/>
              </a:buClr>
              <a:buSzPct val="100000"/>
              <a:buNone/>
              <a:defRPr sz="4800">
                <a:solidFill>
                  <a:schemeClr val="dk2"/>
                </a:solidFill>
              </a:defRPr>
            </a:lvl4pPr>
            <a:lvl5pPr lvl="4">
              <a:spcBef>
                <a:spcPts val="0"/>
              </a:spcBef>
              <a:buClr>
                <a:schemeClr val="dk2"/>
              </a:buClr>
              <a:buSzPct val="100000"/>
              <a:buNone/>
              <a:defRPr sz="4800">
                <a:solidFill>
                  <a:schemeClr val="dk2"/>
                </a:solidFill>
              </a:defRPr>
            </a:lvl5pPr>
            <a:lvl6pPr lvl="5">
              <a:spcBef>
                <a:spcPts val="0"/>
              </a:spcBef>
              <a:buClr>
                <a:schemeClr val="dk2"/>
              </a:buClr>
              <a:buSzPct val="100000"/>
              <a:buNone/>
              <a:defRPr sz="4800">
                <a:solidFill>
                  <a:schemeClr val="dk2"/>
                </a:solidFill>
              </a:defRPr>
            </a:lvl6pPr>
            <a:lvl7pPr lvl="6">
              <a:spcBef>
                <a:spcPts val="0"/>
              </a:spcBef>
              <a:buClr>
                <a:schemeClr val="dk2"/>
              </a:buClr>
              <a:buSzPct val="100000"/>
              <a:buNone/>
              <a:defRPr sz="4800">
                <a:solidFill>
                  <a:schemeClr val="dk2"/>
                </a:solidFill>
              </a:defRPr>
            </a:lvl7pPr>
            <a:lvl8pPr lvl="7">
              <a:spcBef>
                <a:spcPts val="0"/>
              </a:spcBef>
              <a:buClr>
                <a:schemeClr val="dk2"/>
              </a:buClr>
              <a:buSzPct val="100000"/>
              <a:buNone/>
              <a:defRPr sz="4800">
                <a:solidFill>
                  <a:schemeClr val="dk2"/>
                </a:solidFill>
              </a:defRPr>
            </a:lvl8pPr>
            <a:lvl9pPr lvl="8">
              <a:spcBef>
                <a:spcPts val="0"/>
              </a:spcBef>
              <a:buClr>
                <a:schemeClr val="dk2"/>
              </a:buClr>
              <a:buSzPct val="100000"/>
              <a:buNone/>
              <a:defRPr sz="4800">
                <a:solidFill>
                  <a:schemeClr val="dk2"/>
                </a:solidFill>
              </a:defRPr>
            </a:lvl9pPr>
          </a:lstStyle>
          <a:p/>
        </p:txBody>
      </p:sp>
      <p:cxnSp>
        <p:nvCxnSpPr>
          <p:cNvPr id="13" name="Shape 13"/>
          <p:cNvCxnSpPr/>
          <p:nvPr/>
        </p:nvCxnSpPr>
        <p:spPr>
          <a:xfrm>
            <a:off x="457200" y="411479"/>
            <a:ext cx="8229600" cy="0"/>
          </a:xfrm>
          <a:prstGeom prst="straightConnector1">
            <a:avLst/>
          </a:prstGeom>
          <a:noFill/>
          <a:ln cap="flat" cmpd="sng" w="57150">
            <a:solidFill>
              <a:schemeClr val="accent1"/>
            </a:solidFill>
            <a:prstDash val="solid"/>
            <a:round/>
            <a:headEnd len="med" w="med" type="none"/>
            <a:tailEnd len="med" w="med" type="none"/>
          </a:ln>
        </p:spPr>
      </p:cxnSp>
      <p:cxnSp>
        <p:nvCxnSpPr>
          <p:cNvPr id="14" name="Shape 14"/>
          <p:cNvCxnSpPr/>
          <p:nvPr/>
        </p:nvCxnSpPr>
        <p:spPr>
          <a:xfrm>
            <a:off x="457200" y="3633382"/>
            <a:ext cx="8229600" cy="0"/>
          </a:xfrm>
          <a:prstGeom prst="straightConnector1">
            <a:avLst/>
          </a:prstGeom>
          <a:noFill/>
          <a:ln cap="flat" cmpd="sng" w="57150">
            <a:solidFill>
              <a:schemeClr val="accent1"/>
            </a:solidFill>
            <a:prstDash val="solid"/>
            <a:round/>
            <a:headEnd len="med" w="med" type="none"/>
            <a:tailEnd len="med" w="med" type="none"/>
          </a:ln>
        </p:spPr>
      </p:cxnSp>
      <p:sp>
        <p:nvSpPr>
          <p:cNvPr id="15" name="Shape 15"/>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6" name="Shape 16"/>
        <p:cNvGrpSpPr/>
        <p:nvPr/>
      </p:nvGrpSpPr>
      <p:grpSpPr>
        <a:xfrm>
          <a:off x="0" y="0"/>
          <a:ext cx="0" cy="0"/>
          <a:chOff x="0" y="0"/>
          <a:chExt cx="0" cy="0"/>
        </a:xfrm>
      </p:grpSpPr>
      <p:sp>
        <p:nvSpPr>
          <p:cNvPr id="17" name="Shape 17"/>
          <p:cNvSpPr txBox="1"/>
          <p:nvPr>
            <p:ph type="title"/>
          </p:nvPr>
        </p:nvSpPr>
        <p:spPr>
          <a:xfrm>
            <a:off x="457200" y="205978"/>
            <a:ext cx="8229600" cy="857400"/>
          </a:xfrm>
          <a:prstGeom prst="rect">
            <a:avLst/>
          </a:prstGeom>
        </p:spPr>
        <p:txBody>
          <a:bodyPr anchorCtr="0" anchor="b" bIns="91425" lIns="91425" rIns="91425" tIns="91425"/>
          <a:lstStyle>
            <a:lvl1pPr lvl="0">
              <a:spcBef>
                <a:spcPts val="0"/>
              </a:spcBef>
              <a:defRPr>
                <a:solidFill>
                  <a:srgbClr val="DA0002"/>
                </a:solidFill>
              </a:defRPr>
            </a:lvl1pPr>
            <a:lvl2pPr lvl="1">
              <a:spcBef>
                <a:spcPts val="0"/>
              </a:spcBef>
              <a:defRPr>
                <a:solidFill>
                  <a:srgbClr val="DA0002"/>
                </a:solidFill>
              </a:defRPr>
            </a:lvl2pPr>
            <a:lvl3pPr lvl="2">
              <a:spcBef>
                <a:spcPts val="0"/>
              </a:spcBef>
              <a:defRPr>
                <a:solidFill>
                  <a:srgbClr val="DA0002"/>
                </a:solidFill>
              </a:defRPr>
            </a:lvl3pPr>
            <a:lvl4pPr lvl="3">
              <a:spcBef>
                <a:spcPts val="0"/>
              </a:spcBef>
              <a:defRPr>
                <a:solidFill>
                  <a:srgbClr val="DA0002"/>
                </a:solidFill>
              </a:defRPr>
            </a:lvl4pPr>
            <a:lvl5pPr lvl="4">
              <a:spcBef>
                <a:spcPts val="0"/>
              </a:spcBef>
              <a:defRPr>
                <a:solidFill>
                  <a:srgbClr val="DA0002"/>
                </a:solidFill>
              </a:defRPr>
            </a:lvl5pPr>
            <a:lvl6pPr lvl="5">
              <a:spcBef>
                <a:spcPts val="0"/>
              </a:spcBef>
              <a:defRPr>
                <a:solidFill>
                  <a:srgbClr val="DA0002"/>
                </a:solidFill>
              </a:defRPr>
            </a:lvl6pPr>
            <a:lvl7pPr lvl="6">
              <a:spcBef>
                <a:spcPts val="0"/>
              </a:spcBef>
              <a:defRPr>
                <a:solidFill>
                  <a:srgbClr val="DA0002"/>
                </a:solidFill>
              </a:defRPr>
            </a:lvl7pPr>
            <a:lvl8pPr lvl="7">
              <a:spcBef>
                <a:spcPts val="0"/>
              </a:spcBef>
              <a:defRPr>
                <a:solidFill>
                  <a:srgbClr val="DA0002"/>
                </a:solidFill>
              </a:defRPr>
            </a:lvl8pPr>
            <a:lvl9pPr lvl="8">
              <a:spcBef>
                <a:spcPts val="0"/>
              </a:spcBef>
              <a:defRPr>
                <a:solidFill>
                  <a:srgbClr val="DA0002"/>
                </a:solidFill>
              </a:defRPr>
            </a:lvl9pPr>
          </a:lstStyle>
          <a:p/>
        </p:txBody>
      </p:sp>
      <p:sp>
        <p:nvSpPr>
          <p:cNvPr id="18" name="Shape 18"/>
          <p:cNvSpPr txBox="1"/>
          <p:nvPr>
            <p:ph idx="1" type="body"/>
          </p:nvPr>
        </p:nvSpPr>
        <p:spPr>
          <a:xfrm>
            <a:off x="457200" y="1200150"/>
            <a:ext cx="8229600" cy="3725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cxnSp>
        <p:nvCxnSpPr>
          <p:cNvPr id="19" name="Shape 19"/>
          <p:cNvCxnSpPr/>
          <p:nvPr/>
        </p:nvCxnSpPr>
        <p:spPr>
          <a:xfrm>
            <a:off x="457200" y="1143000"/>
            <a:ext cx="8229600" cy="0"/>
          </a:xfrm>
          <a:prstGeom prst="straightConnector1">
            <a:avLst/>
          </a:prstGeom>
          <a:noFill/>
          <a:ln cap="flat" cmpd="sng" w="50800">
            <a:solidFill>
              <a:srgbClr val="DA0002"/>
            </a:solidFill>
            <a:prstDash val="solid"/>
            <a:round/>
            <a:headEnd len="med" w="med" type="none"/>
            <a:tailEnd len="med" w="med" type="none"/>
          </a:ln>
        </p:spPr>
      </p:cxnSp>
      <p:sp>
        <p:nvSpPr>
          <p:cNvPr id="20" name="Shape 20"/>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21" name="Shape 21"/>
        <p:cNvGrpSpPr/>
        <p:nvPr/>
      </p:nvGrpSpPr>
      <p:grpSpPr>
        <a:xfrm>
          <a:off x="0" y="0"/>
          <a:ext cx="0" cy="0"/>
          <a:chOff x="0" y="0"/>
          <a:chExt cx="0" cy="0"/>
        </a:xfrm>
      </p:grpSpPr>
      <p:sp>
        <p:nvSpPr>
          <p:cNvPr id="22" name="Shape 22"/>
          <p:cNvSpPr txBox="1"/>
          <p:nvPr>
            <p:ph type="title"/>
          </p:nvPr>
        </p:nvSpPr>
        <p:spPr>
          <a:xfrm>
            <a:off x="457200" y="205978"/>
            <a:ext cx="8229600" cy="857400"/>
          </a:xfrm>
          <a:prstGeom prst="rect">
            <a:avLst/>
          </a:prstGeom>
        </p:spPr>
        <p:txBody>
          <a:bodyPr anchorCtr="0" anchor="b" bIns="91425" lIns="91425" rIns="91425" tIns="91425"/>
          <a:lstStyle>
            <a:lvl1pPr lvl="0">
              <a:spcBef>
                <a:spcPts val="0"/>
              </a:spcBef>
              <a:defRPr>
                <a:solidFill>
                  <a:srgbClr val="DA0002"/>
                </a:solidFill>
              </a:defRPr>
            </a:lvl1pPr>
            <a:lvl2pPr lvl="1">
              <a:spcBef>
                <a:spcPts val="0"/>
              </a:spcBef>
              <a:defRPr>
                <a:solidFill>
                  <a:srgbClr val="DA0002"/>
                </a:solidFill>
              </a:defRPr>
            </a:lvl2pPr>
            <a:lvl3pPr lvl="2">
              <a:spcBef>
                <a:spcPts val="0"/>
              </a:spcBef>
              <a:defRPr>
                <a:solidFill>
                  <a:srgbClr val="DA0002"/>
                </a:solidFill>
              </a:defRPr>
            </a:lvl3pPr>
            <a:lvl4pPr lvl="3">
              <a:spcBef>
                <a:spcPts val="0"/>
              </a:spcBef>
              <a:defRPr>
                <a:solidFill>
                  <a:srgbClr val="DA0002"/>
                </a:solidFill>
              </a:defRPr>
            </a:lvl4pPr>
            <a:lvl5pPr lvl="4">
              <a:spcBef>
                <a:spcPts val="0"/>
              </a:spcBef>
              <a:defRPr>
                <a:solidFill>
                  <a:srgbClr val="DA0002"/>
                </a:solidFill>
              </a:defRPr>
            </a:lvl5pPr>
            <a:lvl6pPr lvl="5">
              <a:spcBef>
                <a:spcPts val="0"/>
              </a:spcBef>
              <a:defRPr>
                <a:solidFill>
                  <a:srgbClr val="DA0002"/>
                </a:solidFill>
              </a:defRPr>
            </a:lvl6pPr>
            <a:lvl7pPr lvl="6">
              <a:spcBef>
                <a:spcPts val="0"/>
              </a:spcBef>
              <a:defRPr>
                <a:solidFill>
                  <a:srgbClr val="DA0002"/>
                </a:solidFill>
              </a:defRPr>
            </a:lvl7pPr>
            <a:lvl8pPr lvl="7">
              <a:spcBef>
                <a:spcPts val="0"/>
              </a:spcBef>
              <a:defRPr>
                <a:solidFill>
                  <a:srgbClr val="DA0002"/>
                </a:solidFill>
              </a:defRPr>
            </a:lvl8pPr>
            <a:lvl9pPr lvl="8">
              <a:spcBef>
                <a:spcPts val="0"/>
              </a:spcBef>
              <a:defRPr>
                <a:solidFill>
                  <a:srgbClr val="DA0002"/>
                </a:solidFill>
              </a:defRPr>
            </a:lvl9pPr>
          </a:lstStyle>
          <a:p/>
        </p:txBody>
      </p:sp>
      <p:sp>
        <p:nvSpPr>
          <p:cNvPr id="23" name="Shape 23"/>
          <p:cNvSpPr txBox="1"/>
          <p:nvPr>
            <p:ph idx="1" type="body"/>
          </p:nvPr>
        </p:nvSpPr>
        <p:spPr>
          <a:xfrm>
            <a:off x="457200" y="1200150"/>
            <a:ext cx="3994500" cy="3725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4" name="Shape 24"/>
          <p:cNvSpPr txBox="1"/>
          <p:nvPr>
            <p:ph idx="2" type="body"/>
          </p:nvPr>
        </p:nvSpPr>
        <p:spPr>
          <a:xfrm>
            <a:off x="4692273" y="1200150"/>
            <a:ext cx="3994500" cy="3725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cxnSp>
        <p:nvCxnSpPr>
          <p:cNvPr id="25" name="Shape 25"/>
          <p:cNvCxnSpPr/>
          <p:nvPr/>
        </p:nvCxnSpPr>
        <p:spPr>
          <a:xfrm>
            <a:off x="457200" y="1143000"/>
            <a:ext cx="8229600" cy="0"/>
          </a:xfrm>
          <a:prstGeom prst="straightConnector1">
            <a:avLst/>
          </a:prstGeom>
          <a:noFill/>
          <a:ln cap="flat" cmpd="sng" w="50800">
            <a:solidFill>
              <a:srgbClr val="DA0002"/>
            </a:solidFill>
            <a:prstDash val="solid"/>
            <a:round/>
            <a:headEnd len="med" w="med" type="none"/>
            <a:tailEnd len="med" w="med" type="none"/>
          </a:ln>
        </p:spPr>
      </p:cxnSp>
      <p:sp>
        <p:nvSpPr>
          <p:cNvPr id="26" name="Shape 26"/>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7" name="Shape 27"/>
        <p:cNvGrpSpPr/>
        <p:nvPr/>
      </p:nvGrpSpPr>
      <p:grpSpPr>
        <a:xfrm>
          <a:off x="0" y="0"/>
          <a:ext cx="0" cy="0"/>
          <a:chOff x="0" y="0"/>
          <a:chExt cx="0" cy="0"/>
        </a:xfrm>
      </p:grpSpPr>
      <p:sp>
        <p:nvSpPr>
          <p:cNvPr id="28" name="Shape 28"/>
          <p:cNvSpPr txBox="1"/>
          <p:nvPr>
            <p:ph type="title"/>
          </p:nvPr>
        </p:nvSpPr>
        <p:spPr>
          <a:xfrm>
            <a:off x="457200" y="205978"/>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cxnSp>
        <p:nvCxnSpPr>
          <p:cNvPr id="29" name="Shape 29"/>
          <p:cNvCxnSpPr/>
          <p:nvPr/>
        </p:nvCxnSpPr>
        <p:spPr>
          <a:xfrm>
            <a:off x="457200" y="1143000"/>
            <a:ext cx="8229600" cy="0"/>
          </a:xfrm>
          <a:prstGeom prst="straightConnector1">
            <a:avLst/>
          </a:prstGeom>
          <a:noFill/>
          <a:ln cap="flat" cmpd="sng" w="50800">
            <a:solidFill>
              <a:schemeClr val="accent1"/>
            </a:solidFill>
            <a:prstDash val="solid"/>
            <a:round/>
            <a:headEnd len="med" w="med" type="none"/>
            <a:tailEnd len="med" w="med" type="none"/>
          </a:ln>
        </p:spPr>
      </p:cxnSp>
      <p:sp>
        <p:nvSpPr>
          <p:cNvPr id="30" name="Shape 30"/>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31" name="Shape 31"/>
        <p:cNvGrpSpPr/>
        <p:nvPr/>
      </p:nvGrpSpPr>
      <p:grpSpPr>
        <a:xfrm>
          <a:off x="0" y="0"/>
          <a:ext cx="0" cy="0"/>
          <a:chOff x="0" y="0"/>
          <a:chExt cx="0" cy="0"/>
        </a:xfrm>
      </p:grpSpPr>
      <p:sp>
        <p:nvSpPr>
          <p:cNvPr id="32" name="Shape 32"/>
          <p:cNvSpPr txBox="1"/>
          <p:nvPr>
            <p:ph idx="1" type="body"/>
          </p:nvPr>
        </p:nvSpPr>
        <p:spPr>
          <a:xfrm>
            <a:off x="457200" y="4406309"/>
            <a:ext cx="8229600" cy="519600"/>
          </a:xfrm>
          <a:prstGeom prst="rect">
            <a:avLst/>
          </a:prstGeom>
        </p:spPr>
        <p:txBody>
          <a:bodyPr anchorCtr="0" anchor="t" bIns="91425" lIns="91425" rIns="91425" tIns="91425"/>
          <a:lstStyle>
            <a:lvl1pPr lvl="0" algn="ctr">
              <a:spcBef>
                <a:spcPts val="0"/>
              </a:spcBef>
              <a:buSzPct val="100000"/>
              <a:buNone/>
              <a:defRPr sz="1800"/>
            </a:lvl1pPr>
          </a:lstStyle>
          <a:p/>
        </p:txBody>
      </p:sp>
      <p:cxnSp>
        <p:nvCxnSpPr>
          <p:cNvPr id="33" name="Shape 33"/>
          <p:cNvCxnSpPr/>
          <p:nvPr/>
        </p:nvCxnSpPr>
        <p:spPr>
          <a:xfrm>
            <a:off x="457200" y="4317760"/>
            <a:ext cx="8229600" cy="0"/>
          </a:xfrm>
          <a:prstGeom prst="straightConnector1">
            <a:avLst/>
          </a:prstGeom>
          <a:noFill/>
          <a:ln cap="flat" cmpd="sng" w="50800">
            <a:solidFill>
              <a:schemeClr val="lt2"/>
            </a:solidFill>
            <a:prstDash val="solid"/>
            <a:round/>
            <a:headEnd len="med" w="med" type="none"/>
            <a:tailEnd len="med" w="med" type="none"/>
          </a:ln>
        </p:spPr>
      </p:cxnSp>
      <p:sp>
        <p:nvSpPr>
          <p:cNvPr id="34" name="Shape 34"/>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35" name="Shape 35"/>
        <p:cNvGrpSpPr/>
        <p:nvPr/>
      </p:nvGrpSpPr>
      <p:grpSpPr>
        <a:xfrm>
          <a:off x="0" y="0"/>
          <a:ext cx="0" cy="0"/>
          <a:chOff x="0" y="0"/>
          <a:chExt cx="0" cy="0"/>
        </a:xfrm>
      </p:grpSpPr>
      <p:cxnSp>
        <p:nvCxnSpPr>
          <p:cNvPr id="36" name="Shape 36"/>
          <p:cNvCxnSpPr/>
          <p:nvPr/>
        </p:nvCxnSpPr>
        <p:spPr>
          <a:xfrm>
            <a:off x="457200" y="113139"/>
            <a:ext cx="8229600" cy="0"/>
          </a:xfrm>
          <a:prstGeom prst="straightConnector1">
            <a:avLst/>
          </a:prstGeom>
          <a:noFill/>
          <a:ln cap="flat" cmpd="sng" w="50800">
            <a:solidFill>
              <a:schemeClr val="lt2"/>
            </a:solidFill>
            <a:prstDash val="solid"/>
            <a:round/>
            <a:headEnd len="med" w="med" type="none"/>
            <a:tailEnd len="med" w="med" type="none"/>
          </a:ln>
        </p:spPr>
      </p:cxnSp>
      <p:sp>
        <p:nvSpPr>
          <p:cNvPr id="37" name="Shape 37"/>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457200" y="205978"/>
            <a:ext cx="8229600" cy="857400"/>
          </a:xfrm>
          <a:prstGeom prst="rect">
            <a:avLst/>
          </a:prstGeom>
          <a:noFill/>
          <a:ln>
            <a:noFill/>
          </a:ln>
        </p:spPr>
        <p:txBody>
          <a:bodyPr anchorCtr="0" anchor="b" bIns="91425" lIns="91425" rIns="91425" tIns="91425"/>
          <a:lstStyle>
            <a:lvl1pPr lvl="0">
              <a:spcBef>
                <a:spcPts val="0"/>
              </a:spcBef>
              <a:buClr>
                <a:schemeClr val="accent1"/>
              </a:buClr>
              <a:buSzPct val="100000"/>
              <a:buNone/>
              <a:defRPr b="1" sz="3600">
                <a:solidFill>
                  <a:schemeClr val="accent1"/>
                </a:solidFill>
              </a:defRPr>
            </a:lvl1pPr>
            <a:lvl2pPr lvl="1">
              <a:spcBef>
                <a:spcPts val="0"/>
              </a:spcBef>
              <a:buClr>
                <a:schemeClr val="accent1"/>
              </a:buClr>
              <a:buSzPct val="100000"/>
              <a:buNone/>
              <a:defRPr b="1" sz="3600">
                <a:solidFill>
                  <a:schemeClr val="accent1"/>
                </a:solidFill>
              </a:defRPr>
            </a:lvl2pPr>
            <a:lvl3pPr lvl="2">
              <a:spcBef>
                <a:spcPts val="0"/>
              </a:spcBef>
              <a:buClr>
                <a:schemeClr val="accent1"/>
              </a:buClr>
              <a:buSzPct val="100000"/>
              <a:buNone/>
              <a:defRPr b="1" sz="3600">
                <a:solidFill>
                  <a:schemeClr val="accent1"/>
                </a:solidFill>
              </a:defRPr>
            </a:lvl3pPr>
            <a:lvl4pPr lvl="3">
              <a:spcBef>
                <a:spcPts val="0"/>
              </a:spcBef>
              <a:buClr>
                <a:schemeClr val="accent1"/>
              </a:buClr>
              <a:buSzPct val="100000"/>
              <a:buNone/>
              <a:defRPr b="1" sz="3600">
                <a:solidFill>
                  <a:schemeClr val="accent1"/>
                </a:solidFill>
              </a:defRPr>
            </a:lvl4pPr>
            <a:lvl5pPr lvl="4">
              <a:spcBef>
                <a:spcPts val="0"/>
              </a:spcBef>
              <a:buClr>
                <a:schemeClr val="accent1"/>
              </a:buClr>
              <a:buSzPct val="100000"/>
              <a:buNone/>
              <a:defRPr b="1" sz="3600">
                <a:solidFill>
                  <a:schemeClr val="accent1"/>
                </a:solidFill>
              </a:defRPr>
            </a:lvl5pPr>
            <a:lvl6pPr lvl="5">
              <a:spcBef>
                <a:spcPts val="0"/>
              </a:spcBef>
              <a:buClr>
                <a:schemeClr val="accent1"/>
              </a:buClr>
              <a:buSzPct val="100000"/>
              <a:buNone/>
              <a:defRPr b="1" sz="3600">
                <a:solidFill>
                  <a:schemeClr val="accent1"/>
                </a:solidFill>
              </a:defRPr>
            </a:lvl6pPr>
            <a:lvl7pPr lvl="6">
              <a:spcBef>
                <a:spcPts val="0"/>
              </a:spcBef>
              <a:buClr>
                <a:schemeClr val="accent1"/>
              </a:buClr>
              <a:buSzPct val="100000"/>
              <a:buNone/>
              <a:defRPr b="1" sz="3600">
                <a:solidFill>
                  <a:schemeClr val="accent1"/>
                </a:solidFill>
              </a:defRPr>
            </a:lvl7pPr>
            <a:lvl8pPr lvl="7">
              <a:spcBef>
                <a:spcPts val="0"/>
              </a:spcBef>
              <a:buClr>
                <a:schemeClr val="accent1"/>
              </a:buClr>
              <a:buSzPct val="100000"/>
              <a:buNone/>
              <a:defRPr b="1" sz="3600">
                <a:solidFill>
                  <a:schemeClr val="accent1"/>
                </a:solidFill>
              </a:defRPr>
            </a:lvl8pPr>
            <a:lvl9pPr lvl="8">
              <a:spcBef>
                <a:spcPts val="0"/>
              </a:spcBef>
              <a:buClr>
                <a:schemeClr val="accent1"/>
              </a:buClr>
              <a:buSzPct val="100000"/>
              <a:buNone/>
              <a:defRPr b="1" sz="3600">
                <a:solidFill>
                  <a:schemeClr val="accent1"/>
                </a:solidFill>
              </a:defRPr>
            </a:lvl9pPr>
          </a:lstStyle>
          <a:p/>
        </p:txBody>
      </p:sp>
      <p:sp>
        <p:nvSpPr>
          <p:cNvPr id="7" name="Shape 7"/>
          <p:cNvSpPr txBox="1"/>
          <p:nvPr>
            <p:ph idx="1" type="body"/>
          </p:nvPr>
        </p:nvSpPr>
        <p:spPr>
          <a:xfrm>
            <a:off x="457200" y="1200150"/>
            <a:ext cx="8229600" cy="3725700"/>
          </a:xfrm>
          <a:prstGeom prst="rect">
            <a:avLst/>
          </a:prstGeom>
          <a:noFill/>
          <a:ln>
            <a:noFill/>
          </a:ln>
        </p:spPr>
        <p:txBody>
          <a:bodyPr anchorCtr="0" anchor="t" bIns="91425" lIns="91425" rIns="91425" tIns="91425"/>
          <a:lstStyle>
            <a:lvl1pPr lvl="0">
              <a:spcBef>
                <a:spcPts val="600"/>
              </a:spcBef>
              <a:buClr>
                <a:schemeClr val="dk1"/>
              </a:buClr>
              <a:buSzPct val="100000"/>
              <a:defRPr sz="3000">
                <a:solidFill>
                  <a:schemeClr val="dk1"/>
                </a:solidFill>
              </a:defRPr>
            </a:lvl1pPr>
            <a:lvl2pPr lvl="1">
              <a:spcBef>
                <a:spcPts val="480"/>
              </a:spcBef>
              <a:buClr>
                <a:schemeClr val="dk1"/>
              </a:buClr>
              <a:buSzPct val="100000"/>
              <a:defRPr sz="2400">
                <a:solidFill>
                  <a:schemeClr val="dk1"/>
                </a:solidFill>
              </a:defRPr>
            </a:lvl2pPr>
            <a:lvl3pPr lvl="2">
              <a:spcBef>
                <a:spcPts val="480"/>
              </a:spcBef>
              <a:buClr>
                <a:schemeClr val="dk1"/>
              </a:buClr>
              <a:buSzPct val="100000"/>
              <a:defRPr sz="2400">
                <a:solidFill>
                  <a:schemeClr val="dk1"/>
                </a:solidFill>
              </a:defRPr>
            </a:lvl3pPr>
            <a:lvl4pPr lvl="3">
              <a:spcBef>
                <a:spcPts val="360"/>
              </a:spcBef>
              <a:buClr>
                <a:schemeClr val="dk1"/>
              </a:buClr>
              <a:buSzPct val="100000"/>
              <a:defRPr sz="1800">
                <a:solidFill>
                  <a:schemeClr val="dk1"/>
                </a:solidFill>
              </a:defRPr>
            </a:lvl4pPr>
            <a:lvl5pPr lvl="4">
              <a:spcBef>
                <a:spcPts val="360"/>
              </a:spcBef>
              <a:buClr>
                <a:schemeClr val="dk1"/>
              </a:buClr>
              <a:buSzPct val="100000"/>
              <a:defRPr sz="1800">
                <a:solidFill>
                  <a:schemeClr val="dk1"/>
                </a:solidFill>
              </a:defRPr>
            </a:lvl5pPr>
            <a:lvl6pPr lvl="5">
              <a:spcBef>
                <a:spcPts val="360"/>
              </a:spcBef>
              <a:buClr>
                <a:schemeClr val="dk1"/>
              </a:buClr>
              <a:buSzPct val="100000"/>
              <a:defRPr sz="1800">
                <a:solidFill>
                  <a:schemeClr val="dk1"/>
                </a:solidFill>
              </a:defRPr>
            </a:lvl6pPr>
            <a:lvl7pPr lvl="6">
              <a:spcBef>
                <a:spcPts val="360"/>
              </a:spcBef>
              <a:buClr>
                <a:schemeClr val="dk1"/>
              </a:buClr>
              <a:buSzPct val="100000"/>
              <a:defRPr sz="1800">
                <a:solidFill>
                  <a:schemeClr val="dk1"/>
                </a:solidFill>
              </a:defRPr>
            </a:lvl7pPr>
            <a:lvl8pPr lvl="7">
              <a:spcBef>
                <a:spcPts val="360"/>
              </a:spcBef>
              <a:buClr>
                <a:schemeClr val="dk1"/>
              </a:buClr>
              <a:buSzPct val="100000"/>
              <a:defRPr sz="1800">
                <a:solidFill>
                  <a:schemeClr val="dk1"/>
                </a:solidFill>
              </a:defRPr>
            </a:lvl8pPr>
            <a:lvl9pPr lvl="8">
              <a:spcBef>
                <a:spcPts val="360"/>
              </a:spcBef>
              <a:buClr>
                <a:schemeClr val="dk1"/>
              </a:buClr>
              <a:buSzPct val="100000"/>
              <a:defRPr sz="1800">
                <a:solidFill>
                  <a:schemeClr val="dk1"/>
                </a:solidFill>
              </a:defRPr>
            </a:lvl9pPr>
          </a:lstStyle>
          <a:p/>
        </p:txBody>
      </p:sp>
      <p:cxnSp>
        <p:nvCxnSpPr>
          <p:cNvPr id="8" name="Shape 8"/>
          <p:cNvCxnSpPr/>
          <p:nvPr/>
        </p:nvCxnSpPr>
        <p:spPr>
          <a:xfrm>
            <a:off x="457200" y="5023259"/>
            <a:ext cx="8229600" cy="0"/>
          </a:xfrm>
          <a:prstGeom prst="straightConnector1">
            <a:avLst/>
          </a:prstGeom>
          <a:noFill/>
          <a:ln cap="flat" cmpd="sng" w="50800">
            <a:solidFill>
              <a:schemeClr val="lt2"/>
            </a:solidFill>
            <a:prstDash val="solid"/>
            <a:round/>
            <a:headEnd len="med" w="med" type="none"/>
            <a:tailEnd len="med" w="med" type="none"/>
          </a:ln>
        </p:spPr>
      </p:cxnSp>
      <p:sp>
        <p:nvSpPr>
          <p:cNvPr id="9" name="Shape 9"/>
          <p:cNvSpPr txBox="1"/>
          <p:nvPr>
            <p:ph idx="12" type="sldNum"/>
          </p:nvPr>
        </p:nvSpPr>
        <p:spPr>
          <a:xfrm>
            <a:off x="8556791" y="4749850"/>
            <a:ext cx="548700"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300">
                <a:solidFill>
                  <a:schemeClr val="dk1"/>
                </a:solidFill>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0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0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0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0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04.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1" name="Shape 41"/>
        <p:cNvGrpSpPr/>
        <p:nvPr/>
      </p:nvGrpSpPr>
      <p:grpSpPr>
        <a:xfrm>
          <a:off x="0" y="0"/>
          <a:ext cx="0" cy="0"/>
          <a:chOff x="0" y="0"/>
          <a:chExt cx="0" cy="0"/>
        </a:xfrm>
      </p:grpSpPr>
      <p:sp>
        <p:nvSpPr>
          <p:cNvPr id="42" name="Shape 42"/>
          <p:cNvSpPr txBox="1"/>
          <p:nvPr>
            <p:ph type="ctrTitle"/>
          </p:nvPr>
        </p:nvSpPr>
        <p:spPr>
          <a:xfrm>
            <a:off x="457200" y="563759"/>
            <a:ext cx="8229600" cy="3009600"/>
          </a:xfrm>
          <a:prstGeom prst="rect">
            <a:avLst/>
          </a:prstGeom>
        </p:spPr>
        <p:txBody>
          <a:bodyPr anchorCtr="0" anchor="t" bIns="91425" lIns="91425" rIns="91425" tIns="91425">
            <a:noAutofit/>
          </a:bodyPr>
          <a:lstStyle/>
          <a:p>
            <a:pPr lvl="0">
              <a:spcBef>
                <a:spcPts val="0"/>
              </a:spcBef>
              <a:buNone/>
            </a:pPr>
            <a:r>
              <a:rPr lang="en"/>
              <a:t>Sharp shooting with </a:t>
            </a:r>
            <a:r>
              <a:rPr lang="en"/>
              <a:t>C#</a:t>
            </a:r>
          </a:p>
        </p:txBody>
      </p:sp>
      <p:sp>
        <p:nvSpPr>
          <p:cNvPr id="43" name="Shape 43"/>
          <p:cNvSpPr txBox="1"/>
          <p:nvPr>
            <p:ph idx="1" type="subTitle"/>
          </p:nvPr>
        </p:nvSpPr>
        <p:spPr>
          <a:xfrm>
            <a:off x="457200" y="3716392"/>
            <a:ext cx="8229600" cy="1232700"/>
          </a:xfrm>
          <a:prstGeom prst="rect">
            <a:avLst/>
          </a:prstGeom>
        </p:spPr>
        <p:txBody>
          <a:bodyPr anchorCtr="0" anchor="t" bIns="91425" lIns="91425" rIns="91425" tIns="91425">
            <a:noAutofit/>
          </a:bodyPr>
          <a:lstStyle/>
          <a:p>
            <a:pPr lvl="0">
              <a:spcBef>
                <a:spcPts val="0"/>
              </a:spcBef>
              <a:buNone/>
            </a:pPr>
            <a:r>
              <a:rPr lang="en"/>
              <a:t>MD SHAHI DULLAH</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7" name="Shape 47"/>
        <p:cNvGrpSpPr/>
        <p:nvPr/>
      </p:nvGrpSpPr>
      <p:grpSpPr>
        <a:xfrm>
          <a:off x="0" y="0"/>
          <a:ext cx="0" cy="0"/>
          <a:chOff x="0" y="0"/>
          <a:chExt cx="0" cy="0"/>
        </a:xfrm>
      </p:grpSpPr>
      <p:sp>
        <p:nvSpPr>
          <p:cNvPr id="48" name="Shape 48"/>
          <p:cNvSpPr txBox="1"/>
          <p:nvPr>
            <p:ph type="title"/>
          </p:nvPr>
        </p:nvSpPr>
        <p:spPr>
          <a:xfrm>
            <a:off x="457200" y="205978"/>
            <a:ext cx="8229600" cy="857400"/>
          </a:xfrm>
          <a:prstGeom prst="rect">
            <a:avLst/>
          </a:prstGeom>
        </p:spPr>
        <p:txBody>
          <a:bodyPr anchorCtr="0" anchor="b" bIns="91425" lIns="91425" rIns="91425" tIns="91425">
            <a:noAutofit/>
          </a:bodyPr>
          <a:lstStyle/>
          <a:p>
            <a:pPr lvl="0">
              <a:spcBef>
                <a:spcPts val="0"/>
              </a:spcBef>
              <a:buNone/>
            </a:pPr>
            <a:r>
              <a:rPr lang="en"/>
              <a:t>C# School overview</a:t>
            </a:r>
          </a:p>
        </p:txBody>
      </p:sp>
      <p:sp>
        <p:nvSpPr>
          <p:cNvPr id="49" name="Shape 49"/>
          <p:cNvSpPr txBox="1"/>
          <p:nvPr>
            <p:ph idx="1" type="body"/>
          </p:nvPr>
        </p:nvSpPr>
        <p:spPr>
          <a:xfrm>
            <a:off x="457200" y="1200150"/>
            <a:ext cx="8229600" cy="3725700"/>
          </a:xfrm>
          <a:prstGeom prst="rect">
            <a:avLst/>
          </a:prstGeom>
        </p:spPr>
        <p:txBody>
          <a:bodyPr anchorCtr="0" anchor="t" bIns="91425" lIns="91425" rIns="91425" tIns="91425">
            <a:noAutofit/>
          </a:bodyPr>
          <a:lstStyle/>
          <a:p>
            <a:pPr indent="-381000" lvl="0" marL="457200" rtl="0">
              <a:spcBef>
                <a:spcPts val="0"/>
              </a:spcBef>
              <a:spcAft>
                <a:spcPts val="0"/>
              </a:spcAft>
              <a:buSzPct val="100000"/>
              <a:buChar char="●"/>
            </a:pPr>
            <a:r>
              <a:rPr lang="en" sz="2400">
                <a:solidFill>
                  <a:srgbClr val="000000"/>
                </a:solidFill>
              </a:rPr>
              <a:t>C# Basic</a:t>
            </a:r>
          </a:p>
          <a:p>
            <a:pPr indent="-381000" lvl="0" marL="457200" rtl="0">
              <a:spcBef>
                <a:spcPts val="0"/>
              </a:spcBef>
              <a:spcAft>
                <a:spcPts val="0"/>
              </a:spcAft>
              <a:buSzPct val="100000"/>
              <a:buChar char="●"/>
            </a:pPr>
            <a:r>
              <a:rPr lang="en" sz="2400">
                <a:solidFill>
                  <a:srgbClr val="000000"/>
                </a:solidFill>
              </a:rPr>
              <a:t>Attributes, Properties, Indexers, Anonymous methods, Pointers and Unsafe codes </a:t>
            </a:r>
          </a:p>
          <a:p>
            <a:pPr indent="-381000" lvl="0" marL="457200" rtl="0">
              <a:spcBef>
                <a:spcPts val="0"/>
              </a:spcBef>
              <a:spcAft>
                <a:spcPts val="0"/>
              </a:spcAft>
              <a:buSzPct val="100000"/>
              <a:buChar char="●"/>
            </a:pPr>
            <a:r>
              <a:rPr lang="en" sz="2400">
                <a:solidFill>
                  <a:srgbClr val="000000"/>
                </a:solidFill>
              </a:rPr>
              <a:t> Advance Features - Delegates, Events, Generic, Dynamic, Reflection</a:t>
            </a:r>
          </a:p>
          <a:p>
            <a:pPr indent="-381000" lvl="0" marL="457200" rtl="0">
              <a:spcBef>
                <a:spcPts val="0"/>
              </a:spcBef>
              <a:spcAft>
                <a:spcPts val="0"/>
              </a:spcAft>
              <a:buSzPct val="100000"/>
              <a:buChar char="●"/>
            </a:pPr>
            <a:r>
              <a:rPr lang="en" sz="2400">
                <a:solidFill>
                  <a:srgbClr val="000000"/>
                </a:solidFill>
              </a:rPr>
              <a:t>Linq &amp; Collection </a:t>
            </a:r>
          </a:p>
          <a:p>
            <a:pPr indent="-381000" lvl="0" marL="457200">
              <a:spcBef>
                <a:spcPts val="0"/>
              </a:spcBef>
              <a:spcAft>
                <a:spcPts val="0"/>
              </a:spcAft>
              <a:buSzPct val="100000"/>
              <a:buChar char="●"/>
            </a:pPr>
            <a:r>
              <a:rPr lang="en" sz="2400">
                <a:solidFill>
                  <a:srgbClr val="000000"/>
                </a:solidFill>
              </a:rPr>
              <a:t>Thread &amp; Task </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3" name="Shape 53"/>
        <p:cNvGrpSpPr/>
        <p:nvPr/>
      </p:nvGrpSpPr>
      <p:grpSpPr>
        <a:xfrm>
          <a:off x="0" y="0"/>
          <a:ext cx="0" cy="0"/>
          <a:chOff x="0" y="0"/>
          <a:chExt cx="0" cy="0"/>
        </a:xfrm>
      </p:grpSpPr>
      <p:sp>
        <p:nvSpPr>
          <p:cNvPr id="54" name="Shape 54"/>
          <p:cNvSpPr txBox="1"/>
          <p:nvPr>
            <p:ph type="ctrTitle"/>
          </p:nvPr>
        </p:nvSpPr>
        <p:spPr>
          <a:xfrm>
            <a:off x="457200" y="563759"/>
            <a:ext cx="8229600" cy="3009600"/>
          </a:xfrm>
          <a:prstGeom prst="rect">
            <a:avLst/>
          </a:prstGeom>
        </p:spPr>
        <p:txBody>
          <a:bodyPr anchorCtr="0" anchor="t" bIns="91425" lIns="91425" rIns="91425" tIns="91425">
            <a:noAutofit/>
          </a:bodyPr>
          <a:lstStyle/>
          <a:p>
            <a:pPr lvl="0" rtl="0">
              <a:spcBef>
                <a:spcPts val="0"/>
              </a:spcBef>
              <a:buNone/>
            </a:pPr>
            <a:r>
              <a:rPr lang="en"/>
              <a:t>C# Advanced Feature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8" name="Shape 58"/>
        <p:cNvGrpSpPr/>
        <p:nvPr/>
      </p:nvGrpSpPr>
      <p:grpSpPr>
        <a:xfrm>
          <a:off x="0" y="0"/>
          <a:ext cx="0" cy="0"/>
          <a:chOff x="0" y="0"/>
          <a:chExt cx="0" cy="0"/>
        </a:xfrm>
      </p:grpSpPr>
      <p:sp>
        <p:nvSpPr>
          <p:cNvPr id="59" name="Shape 59"/>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Contents</a:t>
            </a:r>
          </a:p>
        </p:txBody>
      </p:sp>
      <p:sp>
        <p:nvSpPr>
          <p:cNvPr id="60" name="Shape 60"/>
          <p:cNvSpPr txBox="1"/>
          <p:nvPr>
            <p:ph idx="1" type="body"/>
          </p:nvPr>
        </p:nvSpPr>
        <p:spPr>
          <a:xfrm>
            <a:off x="457200" y="1200150"/>
            <a:ext cx="8229600" cy="3725700"/>
          </a:xfrm>
          <a:prstGeom prst="rect">
            <a:avLst/>
          </a:prstGeom>
        </p:spPr>
        <p:txBody>
          <a:bodyPr anchorCtr="0" anchor="t" bIns="91425" lIns="91425" rIns="91425" tIns="91425">
            <a:noAutofit/>
          </a:bodyPr>
          <a:lstStyle/>
          <a:p>
            <a:pPr indent="-266700" lvl="0" marL="342900" rtl="0">
              <a:spcBef>
                <a:spcPts val="0"/>
              </a:spcBef>
              <a:buClr>
                <a:srgbClr val="000000"/>
              </a:buClr>
              <a:buSzPct val="75000"/>
              <a:buChar char="●"/>
            </a:pPr>
            <a:r>
              <a:rPr lang="en" sz="2400"/>
              <a:t>Reflection</a:t>
            </a:r>
          </a:p>
          <a:p>
            <a:pPr indent="-266700" lvl="0" marL="342900" rtl="0">
              <a:spcBef>
                <a:spcPts val="0"/>
              </a:spcBef>
              <a:buClr>
                <a:srgbClr val="000000"/>
              </a:buClr>
              <a:buSzPct val="75000"/>
              <a:buChar char="●"/>
            </a:pPr>
            <a:r>
              <a:rPr lang="en" sz="2400"/>
              <a:t>Delegates</a:t>
            </a:r>
          </a:p>
          <a:p>
            <a:pPr indent="-266700" lvl="0" marL="342900" rtl="0">
              <a:spcBef>
                <a:spcPts val="0"/>
              </a:spcBef>
              <a:buClr>
                <a:srgbClr val="000000"/>
              </a:buClr>
              <a:buSzPct val="75000"/>
              <a:buChar char="●"/>
            </a:pPr>
            <a:r>
              <a:rPr lang="en" sz="2400"/>
              <a:t>Events</a:t>
            </a:r>
          </a:p>
          <a:p>
            <a:pPr indent="-266700" lvl="0" marL="342900" rtl="0">
              <a:spcBef>
                <a:spcPts val="0"/>
              </a:spcBef>
              <a:buClr>
                <a:srgbClr val="000000"/>
              </a:buClr>
              <a:buSzPct val="75000"/>
              <a:buChar char="●"/>
            </a:pPr>
            <a:r>
              <a:rPr lang="en" sz="2400"/>
              <a:t>Generic</a:t>
            </a:r>
          </a:p>
          <a:p>
            <a:pPr indent="-266700" lvl="0" marL="342900" rtl="0">
              <a:spcBef>
                <a:spcPts val="0"/>
              </a:spcBef>
              <a:buClr>
                <a:srgbClr val="000000"/>
              </a:buClr>
              <a:buSzPct val="75000"/>
              <a:buChar char="●"/>
            </a:pPr>
            <a:r>
              <a:rPr lang="en" sz="2400"/>
              <a:t>Dynamic</a:t>
            </a:r>
          </a:p>
          <a:p>
            <a:pPr lvl="0" rtl="0">
              <a:lnSpc>
                <a:spcPct val="115000"/>
              </a:lnSpc>
              <a:spcBef>
                <a:spcPts val="0"/>
              </a:spcBef>
              <a:buNone/>
            </a:pPr>
            <a:r>
              <a:t/>
            </a:r>
            <a:endParaRPr sz="18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4" name="Shape 64"/>
        <p:cNvGrpSpPr/>
        <p:nvPr/>
      </p:nvGrpSpPr>
      <p:grpSpPr>
        <a:xfrm>
          <a:off x="0" y="0"/>
          <a:ext cx="0" cy="0"/>
          <a:chOff x="0" y="0"/>
          <a:chExt cx="0" cy="0"/>
        </a:xfrm>
      </p:grpSpPr>
      <p:sp>
        <p:nvSpPr>
          <p:cNvPr id="65" name="Shape 65"/>
          <p:cNvSpPr txBox="1"/>
          <p:nvPr>
            <p:ph type="title"/>
          </p:nvPr>
        </p:nvSpPr>
        <p:spPr>
          <a:xfrm>
            <a:off x="457200" y="205978"/>
            <a:ext cx="8229600" cy="857400"/>
          </a:xfrm>
          <a:prstGeom prst="rect">
            <a:avLst/>
          </a:prstGeom>
        </p:spPr>
        <p:txBody>
          <a:bodyPr anchorCtr="0" anchor="b" bIns="91425" lIns="91425" rIns="91425" tIns="91425">
            <a:noAutofit/>
          </a:bodyPr>
          <a:lstStyle/>
          <a:p>
            <a:pPr lvl="0">
              <a:spcBef>
                <a:spcPts val="0"/>
              </a:spcBef>
              <a:buNone/>
            </a:pPr>
            <a:r>
              <a:rPr lang="en"/>
              <a:t>Reflection</a:t>
            </a:r>
          </a:p>
        </p:txBody>
      </p:sp>
      <p:sp>
        <p:nvSpPr>
          <p:cNvPr id="66" name="Shape 66"/>
          <p:cNvSpPr txBox="1"/>
          <p:nvPr>
            <p:ph idx="1" type="body"/>
          </p:nvPr>
        </p:nvSpPr>
        <p:spPr>
          <a:xfrm>
            <a:off x="416275" y="1258125"/>
            <a:ext cx="6900300" cy="3680700"/>
          </a:xfrm>
          <a:prstGeom prst="rect">
            <a:avLst/>
          </a:prstGeom>
        </p:spPr>
        <p:txBody>
          <a:bodyPr anchorCtr="0" anchor="t" bIns="91425" lIns="91425" rIns="91425" tIns="91425">
            <a:noAutofit/>
          </a:bodyPr>
          <a:lstStyle/>
          <a:p>
            <a:pPr indent="-241300" lvl="0" marL="342900" rtl="0">
              <a:lnSpc>
                <a:spcPct val="115000"/>
              </a:lnSpc>
              <a:spcBef>
                <a:spcPts val="0"/>
              </a:spcBef>
              <a:buClr>
                <a:srgbClr val="000000"/>
              </a:buClr>
              <a:buSzPct val="100000"/>
              <a:buChar char="●"/>
            </a:pPr>
            <a:r>
              <a:rPr lang="en" sz="1400">
                <a:solidFill>
                  <a:srgbClr val="111111"/>
                </a:solidFill>
                <a:highlight>
                  <a:srgbClr val="FFFFFF"/>
                </a:highlight>
              </a:rPr>
              <a:t>Reflection is the ability of a managed code to read its own metadata for the purpose of finding assemblies, modules and type information at runtime</a:t>
            </a:r>
          </a:p>
          <a:p>
            <a:pPr indent="-241300" lvl="0" marL="342900" marR="25400" rtl="0" algn="just">
              <a:lnSpc>
                <a:spcPct val="163636"/>
              </a:lnSpc>
              <a:spcBef>
                <a:spcPts val="0"/>
              </a:spcBef>
              <a:spcAft>
                <a:spcPts val="1100"/>
              </a:spcAft>
              <a:buSzPct val="100000"/>
              <a:buChar char="●"/>
            </a:pPr>
            <a:r>
              <a:rPr lang="en" sz="1400"/>
              <a:t>Reflection has the following applications:</a:t>
            </a:r>
          </a:p>
          <a:p>
            <a:pPr indent="-317500" lvl="0" marL="914400" marR="25400" rtl="0" algn="just">
              <a:lnSpc>
                <a:spcPct val="171428"/>
              </a:lnSpc>
              <a:spcBef>
                <a:spcPts val="0"/>
              </a:spcBef>
              <a:spcAft>
                <a:spcPts val="1500"/>
              </a:spcAft>
              <a:buSzPct val="100000"/>
              <a:buChar char="❖"/>
            </a:pPr>
            <a:r>
              <a:rPr lang="en" sz="1400"/>
              <a:t>It allows view attribute information at runtime.</a:t>
            </a:r>
          </a:p>
          <a:p>
            <a:pPr indent="-317500" lvl="0" marL="914400" marR="25400" rtl="0" algn="just">
              <a:lnSpc>
                <a:spcPct val="171428"/>
              </a:lnSpc>
              <a:spcBef>
                <a:spcPts val="0"/>
              </a:spcBef>
              <a:spcAft>
                <a:spcPts val="1500"/>
              </a:spcAft>
              <a:buSzPct val="100000"/>
              <a:buChar char="❖"/>
            </a:pPr>
            <a:r>
              <a:rPr lang="en" sz="1400"/>
              <a:t>It allows examining various types in an assembly and instantiate these types.</a:t>
            </a:r>
          </a:p>
          <a:p>
            <a:pPr indent="-317500" lvl="0" marL="914400" marR="25400" rtl="0" algn="just">
              <a:lnSpc>
                <a:spcPct val="171428"/>
              </a:lnSpc>
              <a:spcBef>
                <a:spcPts val="0"/>
              </a:spcBef>
              <a:spcAft>
                <a:spcPts val="1500"/>
              </a:spcAft>
              <a:buSzPct val="100000"/>
              <a:buChar char="❖"/>
            </a:pPr>
            <a:r>
              <a:rPr lang="en" sz="1400"/>
              <a:t>It allows late binding to methods and properties</a:t>
            </a:r>
          </a:p>
          <a:p>
            <a:pPr indent="-317500" lvl="0" marL="914400" marR="25400" rtl="0" algn="just">
              <a:lnSpc>
                <a:spcPct val="171428"/>
              </a:lnSpc>
              <a:spcBef>
                <a:spcPts val="0"/>
              </a:spcBef>
              <a:spcAft>
                <a:spcPts val="1500"/>
              </a:spcAft>
              <a:buSzPct val="100000"/>
              <a:buChar char="❖"/>
            </a:pPr>
            <a:r>
              <a:rPr lang="en" sz="1400"/>
              <a:t>It allows creating new types at runtime and then performs some tasks using those types.</a:t>
            </a:r>
          </a:p>
          <a:p>
            <a:pPr lvl="0">
              <a:lnSpc>
                <a:spcPct val="115000"/>
              </a:lnSpc>
              <a:spcBef>
                <a:spcPts val="0"/>
              </a:spcBef>
              <a:buNone/>
            </a:pPr>
            <a:r>
              <a:t/>
            </a:r>
            <a:endParaRPr sz="1600">
              <a:solidFill>
                <a:srgbClr val="252525"/>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0" name="Shape 70"/>
        <p:cNvGrpSpPr/>
        <p:nvPr/>
      </p:nvGrpSpPr>
      <p:grpSpPr>
        <a:xfrm>
          <a:off x="0" y="0"/>
          <a:ext cx="0" cy="0"/>
          <a:chOff x="0" y="0"/>
          <a:chExt cx="0" cy="0"/>
        </a:xfrm>
      </p:grpSpPr>
      <p:sp>
        <p:nvSpPr>
          <p:cNvPr id="71" name="Shape 71"/>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Delegates</a:t>
            </a:r>
          </a:p>
        </p:txBody>
      </p:sp>
      <p:sp>
        <p:nvSpPr>
          <p:cNvPr id="72" name="Shape 72"/>
          <p:cNvSpPr txBox="1"/>
          <p:nvPr/>
        </p:nvSpPr>
        <p:spPr>
          <a:xfrm>
            <a:off x="315800" y="1297750"/>
            <a:ext cx="8050800" cy="1997100"/>
          </a:xfrm>
          <a:prstGeom prst="rect">
            <a:avLst/>
          </a:prstGeom>
          <a:noFill/>
          <a:ln>
            <a:noFill/>
          </a:ln>
        </p:spPr>
        <p:txBody>
          <a:bodyPr anchorCtr="0" anchor="t" bIns="91425" lIns="91425" rIns="91425" tIns="91425">
            <a:noAutofit/>
          </a:bodyPr>
          <a:lstStyle/>
          <a:p>
            <a:pPr indent="-228600" lvl="0" marL="457200" rtl="0">
              <a:lnSpc>
                <a:spcPct val="115000"/>
              </a:lnSpc>
              <a:spcBef>
                <a:spcPts val="0"/>
              </a:spcBef>
              <a:buChar char="●"/>
            </a:pPr>
            <a:r>
              <a:rPr lang="en">
                <a:solidFill>
                  <a:schemeClr val="dk1"/>
                </a:solidFill>
                <a:highlight>
                  <a:srgbClr val="FFFFFF"/>
                </a:highlight>
              </a:rPr>
              <a:t>C# delegates are similar to pointers to functions, in C or C++</a:t>
            </a:r>
          </a:p>
          <a:p>
            <a:pPr indent="-228600" lvl="0" marL="457200" rtl="0">
              <a:lnSpc>
                <a:spcPct val="115000"/>
              </a:lnSpc>
              <a:spcBef>
                <a:spcPts val="0"/>
              </a:spcBef>
              <a:buFont typeface="Roboto"/>
              <a:buChar char="●"/>
            </a:pPr>
            <a:r>
              <a:rPr lang="en">
                <a:solidFill>
                  <a:schemeClr val="dk1"/>
                </a:solidFill>
                <a:highlight>
                  <a:srgbClr val="FFFFFF"/>
                </a:highlight>
              </a:rPr>
              <a:t>A </a:t>
            </a:r>
            <a:r>
              <a:rPr b="1" lang="en">
                <a:solidFill>
                  <a:schemeClr val="dk1"/>
                </a:solidFill>
                <a:highlight>
                  <a:srgbClr val="FFFFFF"/>
                </a:highlight>
              </a:rPr>
              <a:t>delegate</a:t>
            </a:r>
            <a:r>
              <a:rPr lang="en">
                <a:solidFill>
                  <a:schemeClr val="dk1"/>
                </a:solidFill>
                <a:highlight>
                  <a:srgbClr val="FFFFFF"/>
                </a:highlight>
              </a:rPr>
              <a:t> is a reference type variable that holds the reference to a method. The reference can be changed at runtime</a:t>
            </a:r>
          </a:p>
          <a:p>
            <a:pPr indent="-228600" lvl="0" marL="457200" rtl="0">
              <a:lnSpc>
                <a:spcPct val="115000"/>
              </a:lnSpc>
              <a:spcBef>
                <a:spcPts val="0"/>
              </a:spcBef>
              <a:buFont typeface="Roboto"/>
              <a:buChar char="●"/>
            </a:pPr>
            <a:r>
              <a:rPr lang="en">
                <a:solidFill>
                  <a:schemeClr val="dk1"/>
                </a:solidFill>
                <a:highlight>
                  <a:srgbClr val="FFFFFF"/>
                </a:highlight>
              </a:rPr>
              <a:t>Delegates are especially used for implementing events and the call-back methods. All delegates are implicitly derived from the </a:t>
            </a:r>
            <a:r>
              <a:rPr b="1" lang="en">
                <a:solidFill>
                  <a:schemeClr val="dk1"/>
                </a:solidFill>
                <a:highlight>
                  <a:srgbClr val="FFFFFF"/>
                </a:highlight>
              </a:rPr>
              <a:t>System.Delegate</a:t>
            </a:r>
            <a:r>
              <a:rPr lang="en">
                <a:solidFill>
                  <a:schemeClr val="dk1"/>
                </a:solidFill>
                <a:highlight>
                  <a:srgbClr val="FFFFFF"/>
                </a:highlight>
              </a:rPr>
              <a:t> class</a:t>
            </a:r>
          </a:p>
          <a:p>
            <a:pPr indent="-228600" lvl="0" marL="457200" rtl="0">
              <a:lnSpc>
                <a:spcPct val="115000"/>
              </a:lnSpc>
              <a:spcBef>
                <a:spcPts val="0"/>
              </a:spcBef>
              <a:buChar char="●"/>
            </a:pPr>
            <a:r>
              <a:rPr lang="en">
                <a:solidFill>
                  <a:schemeClr val="dk1"/>
                </a:solidFill>
                <a:highlight>
                  <a:srgbClr val="FFFFFF"/>
                </a:highlight>
              </a:rPr>
              <a:t>A delegate can refer to a method, which has the same signature as that of the delegate.</a:t>
            </a:r>
          </a:p>
          <a:p>
            <a:pPr lvl="0">
              <a:lnSpc>
                <a:spcPct val="115000"/>
              </a:lnSpc>
              <a:spcBef>
                <a:spcPts val="0"/>
              </a:spcBef>
              <a:buNone/>
            </a:pPr>
            <a:r>
              <a:t/>
            </a:r>
            <a:endParaRPr sz="1800">
              <a:latin typeface="Roboto"/>
              <a:ea typeface="Roboto"/>
              <a:cs typeface="Roboto"/>
              <a:sym typeface="Roboto"/>
            </a:endParaRPr>
          </a:p>
        </p:txBody>
      </p:sp>
      <p:pic>
        <p:nvPicPr>
          <p:cNvPr descr="delegate.PNG" id="73" name="Shape 73"/>
          <p:cNvPicPr preferRelativeResize="0"/>
          <p:nvPr/>
        </p:nvPicPr>
        <p:blipFill>
          <a:blip r:embed="rId3">
            <a:alphaModFix/>
          </a:blip>
          <a:stretch>
            <a:fillRect/>
          </a:stretch>
        </p:blipFill>
        <p:spPr>
          <a:xfrm>
            <a:off x="1972750" y="3411975"/>
            <a:ext cx="4067175" cy="304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7" name="Shape 77"/>
        <p:cNvGrpSpPr/>
        <p:nvPr/>
      </p:nvGrpSpPr>
      <p:grpSpPr>
        <a:xfrm>
          <a:off x="0" y="0"/>
          <a:ext cx="0" cy="0"/>
          <a:chOff x="0" y="0"/>
          <a:chExt cx="0" cy="0"/>
        </a:xfrm>
      </p:grpSpPr>
      <p:sp>
        <p:nvSpPr>
          <p:cNvPr id="78" name="Shape 78"/>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Events</a:t>
            </a:r>
          </a:p>
        </p:txBody>
      </p:sp>
      <p:sp>
        <p:nvSpPr>
          <p:cNvPr id="79" name="Shape 79"/>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228600" lvl="0" marL="457200" rtl="0">
              <a:lnSpc>
                <a:spcPct val="115000"/>
              </a:lnSpc>
              <a:spcBef>
                <a:spcPts val="0"/>
              </a:spcBef>
              <a:buChar char="●"/>
            </a:pPr>
            <a:r>
              <a:rPr lang="en">
                <a:solidFill>
                  <a:srgbClr val="2A2A2A"/>
                </a:solidFill>
              </a:rPr>
              <a:t>An </a:t>
            </a:r>
            <a:r>
              <a:rPr i="1" lang="en">
                <a:solidFill>
                  <a:srgbClr val="2A2A2A"/>
                </a:solidFill>
              </a:rPr>
              <a:t>event</a:t>
            </a:r>
            <a:r>
              <a:rPr lang="en">
                <a:solidFill>
                  <a:srgbClr val="2A2A2A"/>
                </a:solidFill>
              </a:rPr>
              <a:t> in C# is a way for a class to provide notifications to clients of that class when some interesting thing happens to an object</a:t>
            </a:r>
          </a:p>
          <a:p>
            <a:pPr indent="-228600" lvl="0" marL="457200" rtl="0">
              <a:lnSpc>
                <a:spcPct val="115000"/>
              </a:lnSpc>
              <a:spcBef>
                <a:spcPts val="0"/>
              </a:spcBef>
              <a:buChar char="●"/>
            </a:pPr>
            <a:r>
              <a:rPr lang="en">
                <a:solidFill>
                  <a:srgbClr val="2A2A2A"/>
                </a:solidFill>
              </a:rPr>
              <a:t>The most familiar use for events is in graphical user interfaces; typically, the classes that represent controls in the interface have events that are notified when the user does something to the control (for example, click a button)</a:t>
            </a:r>
          </a:p>
          <a:p>
            <a:pPr indent="-228600" lvl="0" marL="457200" rtl="0">
              <a:lnSpc>
                <a:spcPct val="115000"/>
              </a:lnSpc>
              <a:spcBef>
                <a:spcPts val="0"/>
              </a:spcBef>
              <a:buChar char="●"/>
            </a:pPr>
            <a:r>
              <a:rPr lang="en">
                <a:solidFill>
                  <a:srgbClr val="2A2A2A"/>
                </a:solidFill>
              </a:rPr>
              <a:t>Events provide a generally useful way for objects to signal state changes that may be useful to clients of that object. Events are an important building block for creating classes that can be reused in a large number of different programs</a:t>
            </a:r>
          </a:p>
          <a:p>
            <a:pPr indent="-228600" lvl="0" marL="457200">
              <a:lnSpc>
                <a:spcPct val="115000"/>
              </a:lnSpc>
              <a:spcBef>
                <a:spcPts val="0"/>
              </a:spcBef>
              <a:buClr>
                <a:srgbClr val="2A2A2A"/>
              </a:buClr>
              <a:buChar char="●"/>
            </a:pPr>
            <a:r>
              <a:rPr lang="en">
                <a:solidFill>
                  <a:srgbClr val="2A2A2A"/>
                </a:solidFill>
              </a:rPr>
              <a:t>Events are declared using delegates.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3" name="Shape 83"/>
        <p:cNvGrpSpPr/>
        <p:nvPr/>
      </p:nvGrpSpPr>
      <p:grpSpPr>
        <a:xfrm>
          <a:off x="0" y="0"/>
          <a:ext cx="0" cy="0"/>
          <a:chOff x="0" y="0"/>
          <a:chExt cx="0" cy="0"/>
        </a:xfrm>
      </p:grpSpPr>
      <p:sp>
        <p:nvSpPr>
          <p:cNvPr id="84" name="Shape 84"/>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Generic</a:t>
            </a:r>
          </a:p>
        </p:txBody>
      </p:sp>
      <p:sp>
        <p:nvSpPr>
          <p:cNvPr id="85" name="Shape 85"/>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228600" lvl="0" marL="457200" rtl="0">
              <a:lnSpc>
                <a:spcPct val="150000"/>
              </a:lnSpc>
              <a:spcBef>
                <a:spcPts val="300"/>
              </a:spcBef>
              <a:spcAft>
                <a:spcPts val="100"/>
              </a:spcAft>
              <a:buClr>
                <a:schemeClr val="dk1"/>
              </a:buClr>
              <a:buChar char="●"/>
            </a:pPr>
            <a:r>
              <a:rPr b="1" lang="en">
                <a:solidFill>
                  <a:schemeClr val="dk1"/>
                </a:solidFill>
                <a:highlight>
                  <a:srgbClr val="FFFFFF"/>
                </a:highlight>
              </a:rPr>
              <a:t>Generics</a:t>
            </a:r>
            <a:r>
              <a:rPr lang="en">
                <a:solidFill>
                  <a:schemeClr val="dk1"/>
                </a:solidFill>
                <a:highlight>
                  <a:srgbClr val="FFFFFF"/>
                </a:highlight>
              </a:rPr>
              <a:t> allow you to delay the specification of the data type of programming elements in a class or a method, until it is actually used in the program. In other words, generics allow you to write a class or method that can work with any data type.</a:t>
            </a:r>
          </a:p>
          <a:p>
            <a:pPr indent="-228600" lvl="0" marL="457200" rtl="0">
              <a:lnSpc>
                <a:spcPct val="122727"/>
              </a:lnSpc>
              <a:spcBef>
                <a:spcPts val="0"/>
              </a:spcBef>
              <a:buClr>
                <a:srgbClr val="2A2A2A"/>
              </a:buClr>
              <a:buChar char="●"/>
            </a:pPr>
            <a:r>
              <a:rPr lang="en">
                <a:solidFill>
                  <a:srgbClr val="2A2A2A"/>
                </a:solidFill>
              </a:rPr>
              <a:t>It is used in the following ways:</a:t>
            </a:r>
          </a:p>
          <a:p>
            <a:pPr indent="-317500" lvl="0" marL="914400" rtl="0">
              <a:lnSpc>
                <a:spcPct val="135000"/>
              </a:lnSpc>
              <a:spcBef>
                <a:spcPts val="0"/>
              </a:spcBef>
              <a:buClr>
                <a:schemeClr val="dk1"/>
              </a:buClr>
              <a:buFont typeface="Arial"/>
              <a:buChar char="❖"/>
            </a:pPr>
            <a:r>
              <a:rPr lang="en">
                <a:solidFill>
                  <a:srgbClr val="2A2A2A"/>
                </a:solidFill>
              </a:rPr>
              <a:t>As the type of a method parameter in the AddHead method.</a:t>
            </a:r>
          </a:p>
          <a:p>
            <a:pPr indent="-317500" lvl="0" marL="914400" rtl="0">
              <a:lnSpc>
                <a:spcPct val="135000"/>
              </a:lnSpc>
              <a:spcBef>
                <a:spcPts val="0"/>
              </a:spcBef>
              <a:buClr>
                <a:schemeClr val="dk1"/>
              </a:buClr>
              <a:buFont typeface="Arial"/>
              <a:buChar char="❖"/>
            </a:pPr>
            <a:r>
              <a:rPr lang="en">
                <a:solidFill>
                  <a:srgbClr val="2A2A2A"/>
                </a:solidFill>
              </a:rPr>
              <a:t>As the return type of the public method GetNext and the Data property in the nested Node class.</a:t>
            </a:r>
          </a:p>
          <a:p>
            <a:pPr indent="-317500" lvl="0" marL="914400" rtl="0">
              <a:lnSpc>
                <a:spcPct val="135000"/>
              </a:lnSpc>
              <a:spcBef>
                <a:spcPts val="0"/>
              </a:spcBef>
              <a:buClr>
                <a:schemeClr val="dk1"/>
              </a:buClr>
              <a:buFont typeface="Arial"/>
              <a:buChar char="❖"/>
            </a:pPr>
            <a:r>
              <a:rPr lang="en">
                <a:solidFill>
                  <a:srgbClr val="2A2A2A"/>
                </a:solidFill>
              </a:rPr>
              <a:t>As the type of the private member data in the nested class.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9" name="Shape 89"/>
        <p:cNvGrpSpPr/>
        <p:nvPr/>
      </p:nvGrpSpPr>
      <p:grpSpPr>
        <a:xfrm>
          <a:off x="0" y="0"/>
          <a:ext cx="0" cy="0"/>
          <a:chOff x="0" y="0"/>
          <a:chExt cx="0" cy="0"/>
        </a:xfrm>
      </p:grpSpPr>
      <p:sp>
        <p:nvSpPr>
          <p:cNvPr id="90" name="Shape 90"/>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Dynamic</a:t>
            </a:r>
          </a:p>
        </p:txBody>
      </p:sp>
      <p:sp>
        <p:nvSpPr>
          <p:cNvPr id="91" name="Shape 91"/>
          <p:cNvSpPr txBox="1"/>
          <p:nvPr/>
        </p:nvSpPr>
        <p:spPr>
          <a:xfrm>
            <a:off x="327775" y="1241675"/>
            <a:ext cx="8540100" cy="1533600"/>
          </a:xfrm>
          <a:prstGeom prst="rect">
            <a:avLst/>
          </a:prstGeom>
          <a:noFill/>
          <a:ln>
            <a:noFill/>
          </a:ln>
        </p:spPr>
        <p:txBody>
          <a:bodyPr anchorCtr="0" anchor="t" bIns="91425" lIns="91425" rIns="91425" tIns="91425">
            <a:noAutofit/>
          </a:bodyPr>
          <a:lstStyle/>
          <a:p>
            <a:pPr indent="-228600" lvl="0" marL="457200" rtl="0">
              <a:lnSpc>
                <a:spcPct val="115000"/>
              </a:lnSpc>
              <a:spcBef>
                <a:spcPts val="0"/>
              </a:spcBef>
              <a:buClr>
                <a:srgbClr val="252525"/>
              </a:buClr>
              <a:buChar char="●"/>
            </a:pPr>
            <a:r>
              <a:rPr lang="en">
                <a:solidFill>
                  <a:srgbClr val="242729"/>
                </a:solidFill>
                <a:highlight>
                  <a:srgbClr val="FFFFFF"/>
                </a:highlight>
              </a:rPr>
              <a:t>The dynamic keyword is new to C# 4.0, and is used to tell the compiler that a variable's type can change or that it is not known until runtime. Think of it as being able to interact with an Object without having to cast it.</a:t>
            </a:r>
          </a:p>
          <a:p>
            <a:pPr indent="-228600" lvl="0" marL="457200" rtl="0">
              <a:lnSpc>
                <a:spcPct val="115000"/>
              </a:lnSpc>
              <a:spcBef>
                <a:spcPts val="0"/>
              </a:spcBef>
              <a:buClr>
                <a:srgbClr val="242729"/>
              </a:buClr>
              <a:buChar char="●"/>
            </a:pPr>
            <a:r>
              <a:rPr lang="en">
                <a:solidFill>
                  <a:srgbClr val="242729"/>
                </a:solidFill>
                <a:highlight>
                  <a:srgbClr val="FFFFFF"/>
                </a:highlight>
              </a:rPr>
              <a:t>we did not need to cast nor declare cust as type</a:t>
            </a:r>
          </a:p>
          <a:p>
            <a:pPr indent="-228600" lvl="0" marL="457200" rtl="0">
              <a:lnSpc>
                <a:spcPct val="115000"/>
              </a:lnSpc>
              <a:spcBef>
                <a:spcPts val="0"/>
              </a:spcBef>
              <a:buClr>
                <a:srgbClr val="242729"/>
              </a:buClr>
              <a:buChar char="●"/>
            </a:pPr>
            <a:r>
              <a:rPr lang="en">
                <a:solidFill>
                  <a:srgbClr val="242729"/>
                </a:solidFill>
                <a:highlight>
                  <a:srgbClr val="FFFFFF"/>
                </a:highlight>
              </a:rPr>
              <a:t> Another powerful (and potentially dangerous) feature is being able to reuse variables for different types of data. </a:t>
            </a:r>
          </a:p>
          <a:p>
            <a:pPr indent="-228600" lvl="0" marL="457200" rtl="0">
              <a:lnSpc>
                <a:spcPct val="115000"/>
              </a:lnSpc>
              <a:spcBef>
                <a:spcPts val="0"/>
              </a:spcBef>
              <a:buClr>
                <a:srgbClr val="242729"/>
              </a:buClr>
              <a:buChar char="●"/>
            </a:pPr>
            <a:r>
              <a:rPr lang="en">
                <a:solidFill>
                  <a:srgbClr val="111111"/>
                </a:solidFill>
                <a:highlight>
                  <a:srgbClr val="FFFFFF"/>
                </a:highlight>
              </a:rPr>
              <a:t>Variables declared with </a:t>
            </a:r>
            <a:r>
              <a:rPr lang="en">
                <a:solidFill>
                  <a:srgbClr val="990000"/>
                </a:solidFill>
                <a:highlight>
                  <a:srgbClr val="FFFFFF"/>
                </a:highlight>
              </a:rPr>
              <a:t>var</a:t>
            </a:r>
            <a:r>
              <a:rPr lang="en">
                <a:solidFill>
                  <a:srgbClr val="111111"/>
                </a:solidFill>
                <a:highlight>
                  <a:srgbClr val="FFFFFF"/>
                </a:highlight>
              </a:rPr>
              <a:t> are implicitly but statically typed. Variables declared with </a:t>
            </a:r>
            <a:r>
              <a:rPr lang="en">
                <a:solidFill>
                  <a:srgbClr val="990000"/>
                </a:solidFill>
                <a:highlight>
                  <a:srgbClr val="FFFFFF"/>
                </a:highlight>
              </a:rPr>
              <a:t>dynamic</a:t>
            </a:r>
            <a:r>
              <a:rPr lang="en">
                <a:solidFill>
                  <a:srgbClr val="111111"/>
                </a:solidFill>
                <a:highlight>
                  <a:srgbClr val="FFFFFF"/>
                </a:highlight>
              </a:rPr>
              <a:t> are dynamically typed. This capability was added to the CLR in order to support dynamic languages like Ruby and Python.</a:t>
            </a:r>
          </a:p>
        </p:txBody>
      </p:sp>
      <p:pic>
        <p:nvPicPr>
          <p:cNvPr descr="dynamic.PNG" id="92" name="Shape 92"/>
          <p:cNvPicPr preferRelativeResize="0"/>
          <p:nvPr/>
        </p:nvPicPr>
        <p:blipFill>
          <a:blip r:embed="rId3">
            <a:alphaModFix/>
          </a:blip>
          <a:stretch>
            <a:fillRect/>
          </a:stretch>
        </p:blipFill>
        <p:spPr>
          <a:xfrm>
            <a:off x="2779899" y="3325400"/>
            <a:ext cx="5478275" cy="15335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6" name="Shape 96"/>
        <p:cNvGrpSpPr/>
        <p:nvPr/>
      </p:nvGrpSpPr>
      <p:grpSpPr>
        <a:xfrm>
          <a:off x="0" y="0"/>
          <a:ext cx="0" cy="0"/>
          <a:chOff x="0" y="0"/>
          <a:chExt cx="0" cy="0"/>
        </a:xfrm>
      </p:grpSpPr>
      <p:sp>
        <p:nvSpPr>
          <p:cNvPr id="97" name="Shape 97"/>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a:t>
            </a:r>
          </a:p>
        </p:txBody>
      </p:sp>
      <p:sp>
        <p:nvSpPr>
          <p:cNvPr id="98" name="Shape 98"/>
          <p:cNvSpPr txBox="1"/>
          <p:nvPr/>
        </p:nvSpPr>
        <p:spPr>
          <a:xfrm>
            <a:off x="327775" y="1241675"/>
            <a:ext cx="8540100" cy="1533600"/>
          </a:xfrm>
          <a:prstGeom prst="rect">
            <a:avLst/>
          </a:prstGeom>
          <a:noFill/>
          <a:ln>
            <a:noFill/>
          </a:ln>
        </p:spPr>
        <p:txBody>
          <a:bodyPr anchorCtr="0" anchor="t" bIns="91425" lIns="91425" rIns="91425" tIns="91425">
            <a:noAutofit/>
          </a:bodyPr>
          <a:lstStyle/>
          <a:p>
            <a:pPr indent="-228600" lvl="0" marL="457200" rtl="0">
              <a:lnSpc>
                <a:spcPct val="121739"/>
              </a:lnSpc>
              <a:spcBef>
                <a:spcPts val="3200"/>
              </a:spcBef>
              <a:spcAft>
                <a:spcPts val="1600"/>
              </a:spcAft>
              <a:buClr>
                <a:srgbClr val="252525"/>
              </a:buClr>
              <a:buChar char="●"/>
            </a:pPr>
            <a:r>
              <a:rPr b="1" lang="en" sz="1300">
                <a:solidFill>
                  <a:srgbClr val="1A1A1A"/>
                </a:solidFill>
                <a:highlight>
                  <a:srgbClr val="FFFFFF"/>
                </a:highlight>
                <a:latin typeface="Merriweather"/>
                <a:ea typeface="Merriweather"/>
                <a:cs typeface="Merriweather"/>
                <a:sym typeface="Merriweather"/>
              </a:rPr>
              <a:t>What is LINQ?</a:t>
            </a:r>
          </a:p>
          <a:p>
            <a:pPr indent="-228600" lvl="0" marL="457200" rtl="0">
              <a:lnSpc>
                <a:spcPct val="121739"/>
              </a:lnSpc>
              <a:spcBef>
                <a:spcPts val="3200"/>
              </a:spcBef>
              <a:spcAft>
                <a:spcPts val="1600"/>
              </a:spcAft>
              <a:buClr>
                <a:srgbClr val="242729"/>
              </a:buClr>
              <a:buChar char="●"/>
            </a:pPr>
            <a:r>
              <a:rPr b="1" lang="en" sz="1300">
                <a:solidFill>
                  <a:srgbClr val="1A1A1A"/>
                </a:solidFill>
                <a:highlight>
                  <a:srgbClr val="FFFFFF"/>
                </a:highlight>
                <a:latin typeface="Merriweather"/>
                <a:ea typeface="Merriweather"/>
                <a:cs typeface="Merriweather"/>
                <a:sym typeface="Merriweather"/>
              </a:rPr>
              <a:t>We Already have ADO.NET, so Why Another Data Access Technology?</a:t>
            </a:r>
          </a:p>
          <a:p>
            <a:pPr lvl="0" rtl="0">
              <a:lnSpc>
                <a:spcPct val="115000"/>
              </a:lnSpc>
              <a:spcBef>
                <a:spcPts val="0"/>
              </a:spcBef>
              <a:buNone/>
            </a:pPr>
            <a:r>
              <a:t/>
            </a:r>
            <a:endParaRPr>
              <a:solidFill>
                <a:srgbClr val="242729"/>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2" name="Shape 102"/>
        <p:cNvGrpSpPr/>
        <p:nvPr/>
      </p:nvGrpSpPr>
      <p:grpSpPr>
        <a:xfrm>
          <a:off x="0" y="0"/>
          <a:ext cx="0" cy="0"/>
          <a:chOff x="0" y="0"/>
          <a:chExt cx="0" cy="0"/>
        </a:xfrm>
      </p:grpSpPr>
      <p:sp>
        <p:nvSpPr>
          <p:cNvPr id="103" name="Shape 103"/>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a:t>
            </a:r>
          </a:p>
        </p:txBody>
      </p:sp>
      <p:sp>
        <p:nvSpPr>
          <p:cNvPr id="104" name="Shape 104"/>
          <p:cNvSpPr txBox="1"/>
          <p:nvPr/>
        </p:nvSpPr>
        <p:spPr>
          <a:xfrm>
            <a:off x="327775" y="1241675"/>
            <a:ext cx="8540100" cy="1533600"/>
          </a:xfrm>
          <a:prstGeom prst="rect">
            <a:avLst/>
          </a:prstGeom>
          <a:noFill/>
          <a:ln>
            <a:noFill/>
          </a:ln>
        </p:spPr>
        <p:txBody>
          <a:bodyPr anchorCtr="0" anchor="t" bIns="91425" lIns="91425" rIns="91425" tIns="91425">
            <a:noAutofit/>
          </a:bodyPr>
          <a:lstStyle/>
          <a:p>
            <a:pPr lvl="0" rtl="0" algn="ctr">
              <a:lnSpc>
                <a:spcPct val="121739"/>
              </a:lnSpc>
              <a:spcBef>
                <a:spcPts val="3200"/>
              </a:spcBef>
              <a:spcAft>
                <a:spcPts val="1600"/>
              </a:spcAft>
              <a:buNone/>
            </a:pPr>
            <a:r>
              <a:rPr b="1" lang="en" sz="2400">
                <a:solidFill>
                  <a:srgbClr val="1A1A1A"/>
                </a:solidFill>
                <a:highlight>
                  <a:srgbClr val="FFFFFF"/>
                </a:highlight>
              </a:rPr>
              <a:t>What is LINQ?</a:t>
            </a:r>
          </a:p>
          <a:p>
            <a:pPr lvl="0" rtl="0" algn="ctr">
              <a:lnSpc>
                <a:spcPct val="121739"/>
              </a:lnSpc>
              <a:spcBef>
                <a:spcPts val="3200"/>
              </a:spcBef>
              <a:spcAft>
                <a:spcPts val="1600"/>
              </a:spcAft>
              <a:buNone/>
            </a:pPr>
            <a:r>
              <a:t/>
            </a:r>
            <a:endParaRPr b="1" sz="1300">
              <a:solidFill>
                <a:srgbClr val="1A1A1A"/>
              </a:solidFill>
              <a:highlight>
                <a:srgbClr val="FFFFFF"/>
              </a:highlight>
              <a:latin typeface="Merriweather"/>
              <a:ea typeface="Merriweather"/>
              <a:cs typeface="Merriweather"/>
              <a:sym typeface="Merriweather"/>
            </a:endParaRPr>
          </a:p>
          <a:p>
            <a:pPr lvl="0" rtl="0">
              <a:lnSpc>
                <a:spcPct val="115000"/>
              </a:lnSpc>
              <a:spcBef>
                <a:spcPts val="0"/>
              </a:spcBef>
              <a:buNone/>
            </a:pPr>
            <a:r>
              <a:t/>
            </a:r>
            <a:endParaRPr>
              <a:solidFill>
                <a:srgbClr val="242729"/>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8" name="Shape 108"/>
        <p:cNvGrpSpPr/>
        <p:nvPr/>
      </p:nvGrpSpPr>
      <p:grpSpPr>
        <a:xfrm>
          <a:off x="0" y="0"/>
          <a:ext cx="0" cy="0"/>
          <a:chOff x="0" y="0"/>
          <a:chExt cx="0" cy="0"/>
        </a:xfrm>
      </p:grpSpPr>
      <p:sp>
        <p:nvSpPr>
          <p:cNvPr id="109" name="Shape 109"/>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 Syntax</a:t>
            </a:r>
          </a:p>
        </p:txBody>
      </p:sp>
      <p:pic>
        <p:nvPicPr>
          <p:cNvPr descr="linq1.PNG" id="110" name="Shape 110"/>
          <p:cNvPicPr preferRelativeResize="0"/>
          <p:nvPr/>
        </p:nvPicPr>
        <p:blipFill>
          <a:blip r:embed="rId3">
            <a:alphaModFix/>
          </a:blip>
          <a:stretch>
            <a:fillRect/>
          </a:stretch>
        </p:blipFill>
        <p:spPr>
          <a:xfrm>
            <a:off x="1210725" y="1311728"/>
            <a:ext cx="5705475" cy="3448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4" name="Shape 114"/>
        <p:cNvGrpSpPr/>
        <p:nvPr/>
      </p:nvGrpSpPr>
      <p:grpSpPr>
        <a:xfrm>
          <a:off x="0" y="0"/>
          <a:ext cx="0" cy="0"/>
          <a:chOff x="0" y="0"/>
          <a:chExt cx="0" cy="0"/>
        </a:xfrm>
      </p:grpSpPr>
      <p:sp>
        <p:nvSpPr>
          <p:cNvPr id="115" name="Shape 115"/>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 VS ADO.NET</a:t>
            </a:r>
          </a:p>
        </p:txBody>
      </p:sp>
      <p:sp>
        <p:nvSpPr>
          <p:cNvPr id="116" name="Shape 116"/>
          <p:cNvSpPr txBox="1"/>
          <p:nvPr/>
        </p:nvSpPr>
        <p:spPr>
          <a:xfrm>
            <a:off x="327775" y="1241675"/>
            <a:ext cx="8540100" cy="1533600"/>
          </a:xfrm>
          <a:prstGeom prst="rect">
            <a:avLst/>
          </a:prstGeom>
          <a:noFill/>
          <a:ln>
            <a:noFill/>
          </a:ln>
        </p:spPr>
        <p:txBody>
          <a:bodyPr anchorCtr="0" anchor="t" bIns="91425" lIns="91425" rIns="91425" tIns="91425">
            <a:noAutofit/>
          </a:bodyPr>
          <a:lstStyle/>
          <a:p>
            <a:pPr lvl="0" rtl="0" algn="ctr">
              <a:lnSpc>
                <a:spcPct val="121739"/>
              </a:lnSpc>
              <a:spcBef>
                <a:spcPts val="3200"/>
              </a:spcBef>
              <a:spcAft>
                <a:spcPts val="1600"/>
              </a:spcAft>
              <a:buNone/>
            </a:pPr>
            <a:r>
              <a:rPr b="1" lang="en" sz="1800">
                <a:solidFill>
                  <a:srgbClr val="1A1A1A"/>
                </a:solidFill>
                <a:highlight>
                  <a:srgbClr val="FFFFFF"/>
                </a:highlight>
              </a:rPr>
              <a:t>We Already have ADO.NET, so Why Another Data Access Technology?</a:t>
            </a:r>
          </a:p>
          <a:p>
            <a:pPr lvl="0" rtl="0" algn="ctr">
              <a:lnSpc>
                <a:spcPct val="121739"/>
              </a:lnSpc>
              <a:spcBef>
                <a:spcPts val="3200"/>
              </a:spcBef>
              <a:spcAft>
                <a:spcPts val="1600"/>
              </a:spcAft>
              <a:buNone/>
            </a:pPr>
            <a:r>
              <a:t/>
            </a:r>
            <a:endParaRPr b="1" sz="1300">
              <a:solidFill>
                <a:srgbClr val="1A1A1A"/>
              </a:solidFill>
              <a:highlight>
                <a:srgbClr val="FFFFFF"/>
              </a:highlight>
              <a:latin typeface="Merriweather"/>
              <a:ea typeface="Merriweather"/>
              <a:cs typeface="Merriweather"/>
              <a:sym typeface="Merriweather"/>
            </a:endParaRPr>
          </a:p>
          <a:p>
            <a:pPr lvl="0" rtl="0">
              <a:lnSpc>
                <a:spcPct val="115000"/>
              </a:lnSpc>
              <a:spcBef>
                <a:spcPts val="0"/>
              </a:spcBef>
              <a:buNone/>
            </a:pPr>
            <a:r>
              <a:t/>
            </a:r>
            <a:endParaRPr>
              <a:solidFill>
                <a:srgbClr val="242729"/>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0" name="Shape 120"/>
        <p:cNvGrpSpPr/>
        <p:nvPr/>
      </p:nvGrpSpPr>
      <p:grpSpPr>
        <a:xfrm>
          <a:off x="0" y="0"/>
          <a:ext cx="0" cy="0"/>
          <a:chOff x="0" y="0"/>
          <a:chExt cx="0" cy="0"/>
        </a:xfrm>
      </p:grpSpPr>
      <p:sp>
        <p:nvSpPr>
          <p:cNvPr id="121" name="Shape 121"/>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 VS ADO.NET</a:t>
            </a:r>
          </a:p>
        </p:txBody>
      </p:sp>
      <p:pic>
        <p:nvPicPr>
          <p:cNvPr descr="linq2.PNG" id="122" name="Shape 122"/>
          <p:cNvPicPr preferRelativeResize="0"/>
          <p:nvPr/>
        </p:nvPicPr>
        <p:blipFill>
          <a:blip r:embed="rId3">
            <a:alphaModFix/>
          </a:blip>
          <a:stretch>
            <a:fillRect/>
          </a:stretch>
        </p:blipFill>
        <p:spPr>
          <a:xfrm>
            <a:off x="2029175" y="1262949"/>
            <a:ext cx="4923274" cy="35729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6" name="Shape 126"/>
        <p:cNvGrpSpPr/>
        <p:nvPr/>
      </p:nvGrpSpPr>
      <p:grpSpPr>
        <a:xfrm>
          <a:off x="0" y="0"/>
          <a:ext cx="0" cy="0"/>
          <a:chOff x="0" y="0"/>
          <a:chExt cx="0" cy="0"/>
        </a:xfrm>
      </p:grpSpPr>
      <p:sp>
        <p:nvSpPr>
          <p:cNvPr id="127" name="Shape 127"/>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 VS ADO.NET</a:t>
            </a:r>
          </a:p>
        </p:txBody>
      </p:sp>
      <p:pic>
        <p:nvPicPr>
          <p:cNvPr descr="IC176601.jpeg" id="128" name="Shape 128"/>
          <p:cNvPicPr preferRelativeResize="0"/>
          <p:nvPr/>
        </p:nvPicPr>
        <p:blipFill>
          <a:blip r:embed="rId3">
            <a:alphaModFix/>
          </a:blip>
          <a:stretch>
            <a:fillRect/>
          </a:stretch>
        </p:blipFill>
        <p:spPr>
          <a:xfrm>
            <a:off x="2709025" y="1329228"/>
            <a:ext cx="4362450" cy="3038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2" name="Shape 132"/>
        <p:cNvGrpSpPr/>
        <p:nvPr/>
      </p:nvGrpSpPr>
      <p:grpSpPr>
        <a:xfrm>
          <a:off x="0" y="0"/>
          <a:ext cx="0" cy="0"/>
          <a:chOff x="0" y="0"/>
          <a:chExt cx="0" cy="0"/>
        </a:xfrm>
      </p:grpSpPr>
      <p:sp>
        <p:nvSpPr>
          <p:cNvPr id="133" name="Shape 133"/>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a:t>
            </a:r>
          </a:p>
        </p:txBody>
      </p:sp>
      <p:sp>
        <p:nvSpPr>
          <p:cNvPr id="134" name="Shape 134"/>
          <p:cNvSpPr txBox="1"/>
          <p:nvPr/>
        </p:nvSpPr>
        <p:spPr>
          <a:xfrm>
            <a:off x="327775" y="1241675"/>
            <a:ext cx="8540100" cy="1533600"/>
          </a:xfrm>
          <a:prstGeom prst="rect">
            <a:avLst/>
          </a:prstGeom>
          <a:noFill/>
          <a:ln>
            <a:noFill/>
          </a:ln>
        </p:spPr>
        <p:txBody>
          <a:bodyPr anchorCtr="0" anchor="t" bIns="91425" lIns="91425" rIns="91425" tIns="91425">
            <a:noAutofit/>
          </a:bodyPr>
          <a:lstStyle/>
          <a:p>
            <a:pPr lvl="0" rtl="0">
              <a:lnSpc>
                <a:spcPct val="122727"/>
              </a:lnSpc>
              <a:spcBef>
                <a:spcPts val="0"/>
              </a:spcBef>
              <a:buNone/>
            </a:pPr>
            <a:r>
              <a:rPr lang="en">
                <a:solidFill>
                  <a:srgbClr val="2A2A2A"/>
                </a:solidFill>
              </a:rPr>
              <a:t>All LINQ query operations consist of three distinct actions:</a:t>
            </a:r>
          </a:p>
          <a:p>
            <a:pPr indent="-317500" lvl="0" marL="457200" rtl="0">
              <a:lnSpc>
                <a:spcPct val="135000"/>
              </a:lnSpc>
              <a:spcBef>
                <a:spcPts val="0"/>
              </a:spcBef>
              <a:buClr>
                <a:schemeClr val="dk1"/>
              </a:buClr>
              <a:buFont typeface="Arial"/>
              <a:buAutoNum type="arabicPeriod"/>
            </a:pPr>
            <a:r>
              <a:rPr lang="en">
                <a:solidFill>
                  <a:srgbClr val="2A2A2A"/>
                </a:solidFill>
              </a:rPr>
              <a:t>Obtain the data source.</a:t>
            </a:r>
          </a:p>
          <a:p>
            <a:pPr indent="-317500" lvl="0" marL="457200" rtl="0">
              <a:lnSpc>
                <a:spcPct val="135000"/>
              </a:lnSpc>
              <a:spcBef>
                <a:spcPts val="0"/>
              </a:spcBef>
              <a:buClr>
                <a:schemeClr val="dk1"/>
              </a:buClr>
              <a:buFont typeface="Arial"/>
              <a:buAutoNum type="arabicPeriod"/>
            </a:pPr>
            <a:r>
              <a:rPr lang="en">
                <a:solidFill>
                  <a:srgbClr val="2A2A2A"/>
                </a:solidFill>
              </a:rPr>
              <a:t>Create the query.</a:t>
            </a:r>
          </a:p>
          <a:p>
            <a:pPr indent="-317500" lvl="0" marL="457200" rtl="0">
              <a:lnSpc>
                <a:spcPct val="135000"/>
              </a:lnSpc>
              <a:spcBef>
                <a:spcPts val="0"/>
              </a:spcBef>
              <a:buClr>
                <a:schemeClr val="dk1"/>
              </a:buClr>
              <a:buFont typeface="Arial"/>
              <a:buAutoNum type="arabicPeriod"/>
            </a:pPr>
            <a:r>
              <a:rPr lang="en">
                <a:solidFill>
                  <a:srgbClr val="2A2A2A"/>
                </a:solidFill>
              </a:rPr>
              <a:t>Execute the query</a:t>
            </a:r>
          </a:p>
          <a:p>
            <a:pPr lvl="0" rtl="0" algn="ctr">
              <a:lnSpc>
                <a:spcPct val="121739"/>
              </a:lnSpc>
              <a:spcBef>
                <a:spcPts val="3200"/>
              </a:spcBef>
              <a:spcAft>
                <a:spcPts val="1600"/>
              </a:spcAft>
              <a:buNone/>
            </a:pPr>
            <a:r>
              <a:t/>
            </a:r>
            <a:endParaRPr b="1" sz="1800">
              <a:solidFill>
                <a:srgbClr val="1A1A1A"/>
              </a:solidFill>
              <a:highlight>
                <a:srgbClr val="FFFFFF"/>
              </a:highlight>
            </a:endParaRPr>
          </a:p>
          <a:p>
            <a:pPr lvl="0" rtl="0" algn="ctr">
              <a:lnSpc>
                <a:spcPct val="121739"/>
              </a:lnSpc>
              <a:spcBef>
                <a:spcPts val="3200"/>
              </a:spcBef>
              <a:spcAft>
                <a:spcPts val="1600"/>
              </a:spcAft>
              <a:buNone/>
            </a:pPr>
            <a:r>
              <a:t/>
            </a:r>
            <a:endParaRPr b="1" sz="1300">
              <a:solidFill>
                <a:srgbClr val="1A1A1A"/>
              </a:solidFill>
              <a:highlight>
                <a:srgbClr val="FFFFFF"/>
              </a:highlight>
              <a:latin typeface="Merriweather"/>
              <a:ea typeface="Merriweather"/>
              <a:cs typeface="Merriweather"/>
              <a:sym typeface="Merriweather"/>
            </a:endParaRPr>
          </a:p>
          <a:p>
            <a:pPr lvl="0" rtl="0">
              <a:lnSpc>
                <a:spcPct val="115000"/>
              </a:lnSpc>
              <a:spcBef>
                <a:spcPts val="0"/>
              </a:spcBef>
              <a:buNone/>
            </a:pPr>
            <a:r>
              <a:t/>
            </a:r>
            <a:endParaRPr>
              <a:solidFill>
                <a:srgbClr val="242729"/>
              </a:solidFill>
              <a:highlight>
                <a:srgbClr val="FFFFFF"/>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8" name="Shape 138"/>
        <p:cNvGrpSpPr/>
        <p:nvPr/>
      </p:nvGrpSpPr>
      <p:grpSpPr>
        <a:xfrm>
          <a:off x="0" y="0"/>
          <a:ext cx="0" cy="0"/>
          <a:chOff x="0" y="0"/>
          <a:chExt cx="0" cy="0"/>
        </a:xfrm>
      </p:grpSpPr>
      <p:sp>
        <p:nvSpPr>
          <p:cNvPr id="139" name="Shape 139"/>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Advantages of Linq</a:t>
            </a:r>
          </a:p>
        </p:txBody>
      </p:sp>
      <p:sp>
        <p:nvSpPr>
          <p:cNvPr id="140" name="Shape 140"/>
          <p:cNvSpPr txBox="1"/>
          <p:nvPr/>
        </p:nvSpPr>
        <p:spPr>
          <a:xfrm>
            <a:off x="457200" y="1220600"/>
            <a:ext cx="8199900" cy="3746700"/>
          </a:xfrm>
          <a:prstGeom prst="rect">
            <a:avLst/>
          </a:prstGeom>
          <a:noFill/>
          <a:ln>
            <a:noFill/>
          </a:ln>
        </p:spPr>
        <p:txBody>
          <a:bodyPr anchorCtr="0" anchor="t" bIns="91425" lIns="91425" rIns="91425" tIns="91425">
            <a:noAutofit/>
          </a:bodyPr>
          <a:lstStyle/>
          <a:p>
            <a:pPr indent="-298450" lvl="0" marL="482600" marR="25400" rtl="0" algn="just">
              <a:lnSpc>
                <a:spcPct val="171428"/>
              </a:lnSpc>
              <a:spcBef>
                <a:spcPts val="0"/>
              </a:spcBef>
              <a:spcAft>
                <a:spcPts val="1500"/>
              </a:spcAft>
              <a:buClr>
                <a:schemeClr val="dk1"/>
              </a:buClr>
              <a:buSzPct val="100000"/>
              <a:buFont typeface="Arial"/>
            </a:pPr>
            <a:r>
              <a:rPr lang="en" sz="1100">
                <a:solidFill>
                  <a:schemeClr val="dk1"/>
                </a:solidFill>
              </a:rPr>
              <a:t>LINQ offers syntax highlighting that proves helpful to find out mistakes during design time.</a:t>
            </a:r>
          </a:p>
          <a:p>
            <a:pPr indent="-298450" lvl="0" marL="482600" marR="25400" rtl="0" algn="just">
              <a:lnSpc>
                <a:spcPct val="171428"/>
              </a:lnSpc>
              <a:spcBef>
                <a:spcPts val="0"/>
              </a:spcBef>
              <a:spcAft>
                <a:spcPts val="1500"/>
              </a:spcAft>
              <a:buClr>
                <a:schemeClr val="dk1"/>
              </a:buClr>
              <a:buSzPct val="100000"/>
              <a:buFont typeface="Arial"/>
            </a:pPr>
            <a:r>
              <a:rPr lang="en" sz="1100">
                <a:solidFill>
                  <a:schemeClr val="dk1"/>
                </a:solidFill>
              </a:rPr>
              <a:t>LINQ offers IntelliSense which means writing more accurate queries easily.</a:t>
            </a:r>
          </a:p>
          <a:p>
            <a:pPr indent="-298450" lvl="0" marL="482600" marR="25400" rtl="0" algn="just">
              <a:lnSpc>
                <a:spcPct val="171428"/>
              </a:lnSpc>
              <a:spcBef>
                <a:spcPts val="0"/>
              </a:spcBef>
              <a:spcAft>
                <a:spcPts val="1500"/>
              </a:spcAft>
              <a:buClr>
                <a:schemeClr val="dk1"/>
              </a:buClr>
              <a:buSzPct val="100000"/>
              <a:buFont typeface="Arial"/>
            </a:pPr>
            <a:r>
              <a:rPr lang="en" sz="1100">
                <a:solidFill>
                  <a:schemeClr val="dk1"/>
                </a:solidFill>
              </a:rPr>
              <a:t>Writing codes is quite faster in LINQ and thus development time also gets reduced significantly.</a:t>
            </a:r>
          </a:p>
          <a:p>
            <a:pPr indent="-298450" lvl="0" marL="482600" marR="25400" rtl="0" algn="just">
              <a:lnSpc>
                <a:spcPct val="171428"/>
              </a:lnSpc>
              <a:spcBef>
                <a:spcPts val="0"/>
              </a:spcBef>
              <a:spcAft>
                <a:spcPts val="1500"/>
              </a:spcAft>
              <a:buClr>
                <a:schemeClr val="dk1"/>
              </a:buClr>
              <a:buSzPct val="100000"/>
              <a:buFont typeface="Arial"/>
            </a:pPr>
            <a:r>
              <a:rPr lang="en" sz="1100">
                <a:solidFill>
                  <a:schemeClr val="dk1"/>
                </a:solidFill>
              </a:rPr>
              <a:t>LINQ makes easy debugging due to its integration in the C# language.</a:t>
            </a:r>
          </a:p>
          <a:p>
            <a:pPr indent="-298450" lvl="0" marL="482600" marR="25400" rtl="0" algn="just">
              <a:lnSpc>
                <a:spcPct val="171428"/>
              </a:lnSpc>
              <a:spcBef>
                <a:spcPts val="0"/>
              </a:spcBef>
              <a:spcAft>
                <a:spcPts val="1500"/>
              </a:spcAft>
              <a:buClr>
                <a:schemeClr val="dk1"/>
              </a:buClr>
              <a:buSzPct val="100000"/>
              <a:buFont typeface="Arial"/>
            </a:pPr>
            <a:r>
              <a:rPr lang="en" sz="1100">
                <a:solidFill>
                  <a:schemeClr val="dk1"/>
                </a:solidFill>
              </a:rPr>
              <a:t>Viewing relationship between two tables is easy with LINQ due to its hierarchical feature and this enables composing queries joining multiple tables in less time.</a:t>
            </a:r>
          </a:p>
          <a:p>
            <a:pPr indent="-298450" lvl="0" marL="482600" marR="25400" rtl="0" algn="just">
              <a:lnSpc>
                <a:spcPct val="171428"/>
              </a:lnSpc>
              <a:spcBef>
                <a:spcPts val="0"/>
              </a:spcBef>
              <a:spcAft>
                <a:spcPts val="1500"/>
              </a:spcAft>
              <a:buClr>
                <a:schemeClr val="dk1"/>
              </a:buClr>
              <a:buSzPct val="100000"/>
              <a:buFont typeface="Arial"/>
            </a:pPr>
            <a:r>
              <a:rPr lang="en" sz="1100">
                <a:solidFill>
                  <a:schemeClr val="dk1"/>
                </a:solidFill>
              </a:rPr>
              <a:t>LINQ allows usage of a single LINQ syntax while querying many diverse data sources and this is mainly because of its unitive foundation.</a:t>
            </a:r>
          </a:p>
          <a:p>
            <a:pPr indent="-298450" lvl="0" marL="482600" marR="25400" rtl="0" algn="just">
              <a:lnSpc>
                <a:spcPct val="171428"/>
              </a:lnSpc>
              <a:spcBef>
                <a:spcPts val="0"/>
              </a:spcBef>
              <a:spcAft>
                <a:spcPts val="1500"/>
              </a:spcAft>
              <a:buClr>
                <a:schemeClr val="dk1"/>
              </a:buClr>
              <a:buSzPct val="100000"/>
              <a:buFont typeface="Arial"/>
            </a:pPr>
            <a:r>
              <a:rPr lang="en" sz="1100">
                <a:solidFill>
                  <a:schemeClr val="dk1"/>
                </a:solidFill>
              </a:rPr>
              <a:t>LINQ is extensible that means it is possible to use knowledge of LINQ to querying new data source types.</a:t>
            </a:r>
          </a:p>
          <a:p>
            <a:pPr indent="-298450" lvl="0" marL="482600" marR="25400" rtl="0" algn="just">
              <a:lnSpc>
                <a:spcPct val="171428"/>
              </a:lnSpc>
              <a:spcBef>
                <a:spcPts val="0"/>
              </a:spcBef>
              <a:spcAft>
                <a:spcPts val="1500"/>
              </a:spcAft>
              <a:buClr>
                <a:schemeClr val="dk1"/>
              </a:buClr>
              <a:buSzPct val="100000"/>
              <a:buFont typeface="Arial"/>
            </a:pPr>
            <a:r>
              <a:rPr lang="en" sz="1100">
                <a:solidFill>
                  <a:schemeClr val="dk1"/>
                </a:solidFill>
              </a:rPr>
              <a:t>LINQ offers the facility of joining several data sources in a single query as well as breaking complex problems into a set of short queries easy to debug.</a:t>
            </a:r>
          </a:p>
          <a:p>
            <a:pPr indent="-298450" lvl="0" marL="482600" marR="25400" rtl="0" algn="just">
              <a:lnSpc>
                <a:spcPct val="171428"/>
              </a:lnSpc>
              <a:spcBef>
                <a:spcPts val="0"/>
              </a:spcBef>
              <a:spcAft>
                <a:spcPts val="1500"/>
              </a:spcAft>
              <a:buClr>
                <a:schemeClr val="dk1"/>
              </a:buClr>
              <a:buSzPct val="100000"/>
              <a:buFont typeface="Arial"/>
            </a:pPr>
            <a:r>
              <a:rPr lang="en" sz="1100">
                <a:solidFill>
                  <a:schemeClr val="dk1"/>
                </a:solidFill>
              </a:rPr>
              <a:t>LINQ offers easy transformation for conversion of one data type to another like transforming SQL data to XML data.</a:t>
            </a:r>
          </a:p>
          <a:p>
            <a:pPr lvl="0" rtl="0">
              <a:lnSpc>
                <a:spcPct val="171428"/>
              </a:lnSpc>
              <a:spcBef>
                <a:spcPts val="0"/>
              </a:spcBef>
              <a:spcAft>
                <a:spcPts val="400"/>
              </a:spcAft>
              <a:buNone/>
            </a:pPr>
            <a:r>
              <a:t/>
            </a:r>
            <a:endParaRPr sz="1050">
              <a:solidFill>
                <a:schemeClr val="dk1"/>
              </a:solidFill>
              <a:latin typeface="Verdana"/>
              <a:ea typeface="Verdana"/>
              <a:cs typeface="Verdana"/>
              <a:sym typeface="Verdana"/>
            </a:endParaRPr>
          </a:p>
          <a:p>
            <a:pPr lvl="0">
              <a:spcBef>
                <a:spcPts val="0"/>
              </a:spcBef>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44" name="Shape 144"/>
        <p:cNvGrpSpPr/>
        <p:nvPr/>
      </p:nvGrpSpPr>
      <p:grpSpPr>
        <a:xfrm>
          <a:off x="0" y="0"/>
          <a:ext cx="0" cy="0"/>
          <a:chOff x="0" y="0"/>
          <a:chExt cx="0" cy="0"/>
        </a:xfrm>
      </p:grpSpPr>
      <p:sp>
        <p:nvSpPr>
          <p:cNvPr id="145" name="Shape 145"/>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 Query</a:t>
            </a:r>
          </a:p>
        </p:txBody>
      </p:sp>
      <p:sp>
        <p:nvSpPr>
          <p:cNvPr id="146" name="Shape 146"/>
          <p:cNvSpPr txBox="1"/>
          <p:nvPr/>
        </p:nvSpPr>
        <p:spPr>
          <a:xfrm>
            <a:off x="327775" y="1241675"/>
            <a:ext cx="8540100" cy="1533600"/>
          </a:xfrm>
          <a:prstGeom prst="rect">
            <a:avLst/>
          </a:prstGeom>
          <a:noFill/>
          <a:ln>
            <a:noFill/>
          </a:ln>
        </p:spPr>
        <p:txBody>
          <a:bodyPr anchorCtr="0" anchor="t" bIns="91425" lIns="91425" rIns="91425" tIns="91425">
            <a:noAutofit/>
          </a:bodyPr>
          <a:lstStyle/>
          <a:p>
            <a:pPr lvl="0" rtl="0" algn="ctr">
              <a:lnSpc>
                <a:spcPct val="121739"/>
              </a:lnSpc>
              <a:spcBef>
                <a:spcPts val="3200"/>
              </a:spcBef>
              <a:spcAft>
                <a:spcPts val="1600"/>
              </a:spcAft>
              <a:buNone/>
            </a:pPr>
            <a:r>
              <a:rPr lang="en">
                <a:solidFill>
                  <a:srgbClr val="2A2A2A"/>
                </a:solidFill>
              </a:rPr>
              <a:t>See the demo</a:t>
            </a:r>
          </a:p>
          <a:p>
            <a:pPr lvl="0" rtl="0" algn="ctr">
              <a:lnSpc>
                <a:spcPct val="121739"/>
              </a:lnSpc>
              <a:spcBef>
                <a:spcPts val="3200"/>
              </a:spcBef>
              <a:spcAft>
                <a:spcPts val="1600"/>
              </a:spcAft>
              <a:buNone/>
            </a:pPr>
            <a:r>
              <a:t/>
            </a:r>
            <a:endParaRPr b="1" sz="1300">
              <a:solidFill>
                <a:srgbClr val="1A1A1A"/>
              </a:solidFill>
              <a:highlight>
                <a:srgbClr val="FFFFFF"/>
              </a:highlight>
              <a:latin typeface="Merriweather"/>
              <a:ea typeface="Merriweather"/>
              <a:cs typeface="Merriweather"/>
              <a:sym typeface="Merriweather"/>
            </a:endParaRPr>
          </a:p>
          <a:p>
            <a:pPr lvl="0" rtl="0">
              <a:lnSpc>
                <a:spcPct val="115000"/>
              </a:lnSpc>
              <a:spcBef>
                <a:spcPts val="0"/>
              </a:spcBef>
              <a:buNone/>
            </a:pPr>
            <a:r>
              <a:t/>
            </a:r>
            <a:endParaRPr>
              <a:solidFill>
                <a:srgbClr val="242729"/>
              </a:solidFill>
              <a:highlight>
                <a:srgbClr val="FFFFFF"/>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50" name="Shape 150"/>
        <p:cNvGrpSpPr/>
        <p:nvPr/>
      </p:nvGrpSpPr>
      <p:grpSpPr>
        <a:xfrm>
          <a:off x="0" y="0"/>
          <a:ext cx="0" cy="0"/>
          <a:chOff x="0" y="0"/>
          <a:chExt cx="0" cy="0"/>
        </a:xfrm>
      </p:grpSpPr>
      <p:sp>
        <p:nvSpPr>
          <p:cNvPr id="151" name="Shape 151"/>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 operators</a:t>
            </a:r>
          </a:p>
        </p:txBody>
      </p:sp>
      <p:sp>
        <p:nvSpPr>
          <p:cNvPr id="152" name="Shape 152"/>
          <p:cNvSpPr txBox="1"/>
          <p:nvPr/>
        </p:nvSpPr>
        <p:spPr>
          <a:xfrm>
            <a:off x="327775" y="1089275"/>
            <a:ext cx="8540100" cy="3866700"/>
          </a:xfrm>
          <a:prstGeom prst="rect">
            <a:avLst/>
          </a:prstGeom>
          <a:noFill/>
          <a:ln>
            <a:noFill/>
          </a:ln>
        </p:spPr>
        <p:txBody>
          <a:bodyPr anchorCtr="0" anchor="t" bIns="91425" lIns="91425" rIns="91425" tIns="91425">
            <a:noAutofit/>
          </a:bodyPr>
          <a:lstStyle/>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Filtering Operators</a:t>
            </a:r>
          </a:p>
          <a:p>
            <a:pPr indent="-295275" lvl="2" marL="13716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Where</a:t>
            </a:r>
          </a:p>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Join Operators</a:t>
            </a:r>
          </a:p>
          <a:p>
            <a:pPr indent="-295275" lvl="2" marL="13716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Join</a:t>
            </a:r>
          </a:p>
          <a:p>
            <a:pPr indent="-295275" lvl="2" marL="1371600" rtl="0">
              <a:lnSpc>
                <a:spcPct val="171428"/>
              </a:lnSpc>
              <a:spcBef>
                <a:spcPts val="0"/>
              </a:spcBef>
              <a:spcAft>
                <a:spcPts val="400"/>
              </a:spcAft>
              <a:buClr>
                <a:schemeClr val="dk1"/>
              </a:buClr>
              <a:buSzPct val="95454"/>
              <a:buFont typeface="Verdana"/>
              <a:buChar char="■"/>
            </a:pPr>
            <a:r>
              <a:rPr lang="en" sz="1050">
                <a:solidFill>
                  <a:srgbClr val="313131"/>
                </a:solidFill>
                <a:highlight>
                  <a:srgbClr val="F7F7F7"/>
                </a:highlight>
                <a:latin typeface="Verdana"/>
                <a:ea typeface="Verdana"/>
                <a:cs typeface="Verdana"/>
                <a:sym typeface="Verdana"/>
              </a:rPr>
              <a:t>GroupJoin</a:t>
            </a:r>
          </a:p>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Projection Operations</a:t>
            </a:r>
          </a:p>
          <a:p>
            <a:pPr indent="-295275" lvl="2" marL="1371600" rtl="0">
              <a:lnSpc>
                <a:spcPct val="171428"/>
              </a:lnSpc>
              <a:spcBef>
                <a:spcPts val="0"/>
              </a:spcBef>
              <a:spcAft>
                <a:spcPts val="400"/>
              </a:spcAft>
              <a:buSzPct val="95454"/>
              <a:buFont typeface="Verdana"/>
              <a:buChar char="■"/>
            </a:pPr>
            <a:r>
              <a:rPr lang="en" sz="1050">
                <a:solidFill>
                  <a:srgbClr val="313131"/>
                </a:solidFill>
                <a:highlight>
                  <a:srgbClr val="F7F7F7"/>
                </a:highlight>
                <a:latin typeface="Verdana"/>
                <a:ea typeface="Verdana"/>
                <a:cs typeface="Verdana"/>
                <a:sym typeface="Verdana"/>
              </a:rPr>
              <a:t>Select</a:t>
            </a:r>
          </a:p>
          <a:p>
            <a:pPr indent="-295275" lvl="2" marL="13716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SelectMany</a:t>
            </a:r>
          </a:p>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Sorting Operators</a:t>
            </a:r>
          </a:p>
          <a:p>
            <a:pPr indent="-295275" lvl="2" marL="1371600" rtl="0">
              <a:lnSpc>
                <a:spcPct val="171428"/>
              </a:lnSpc>
              <a:spcBef>
                <a:spcPts val="0"/>
              </a:spcBef>
              <a:spcAft>
                <a:spcPts val="400"/>
              </a:spcAft>
              <a:buSzPct val="95454"/>
              <a:buFont typeface="Verdana"/>
              <a:buChar char="■"/>
            </a:pPr>
            <a:r>
              <a:rPr lang="en" sz="1050">
                <a:solidFill>
                  <a:srgbClr val="313131"/>
                </a:solidFill>
                <a:highlight>
                  <a:srgbClr val="F7F7F7"/>
                </a:highlight>
                <a:latin typeface="Verdana"/>
                <a:ea typeface="Verdana"/>
                <a:cs typeface="Verdana"/>
                <a:sym typeface="Verdana"/>
              </a:rPr>
              <a:t>OrderBy</a:t>
            </a:r>
          </a:p>
          <a:p>
            <a:pPr indent="-295275" lvl="2" marL="13716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OrderByDescending</a:t>
            </a:r>
          </a:p>
          <a:p>
            <a:pPr indent="-295275" lvl="2" marL="13716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ThenBy</a:t>
            </a:r>
          </a:p>
          <a:p>
            <a:pPr indent="-295275" lvl="2" marL="13716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ThenByDescending</a:t>
            </a:r>
          </a:p>
          <a:p>
            <a:pPr indent="-295275" lvl="2" marL="13716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Reverse</a:t>
            </a:r>
          </a:p>
          <a:p>
            <a:pPr lvl="0" rtl="0">
              <a:lnSpc>
                <a:spcPct val="115000"/>
              </a:lnSpc>
              <a:spcBef>
                <a:spcPts val="0"/>
              </a:spcBef>
              <a:buNone/>
            </a:pPr>
            <a:r>
              <a:t/>
            </a:r>
            <a:endParaRPr>
              <a:solidFill>
                <a:srgbClr val="242729"/>
              </a:solidFill>
              <a:highlight>
                <a:srgbClr val="FFFFFF"/>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56" name="Shape 156"/>
        <p:cNvGrpSpPr/>
        <p:nvPr/>
      </p:nvGrpSpPr>
      <p:grpSpPr>
        <a:xfrm>
          <a:off x="0" y="0"/>
          <a:ext cx="0" cy="0"/>
          <a:chOff x="0" y="0"/>
          <a:chExt cx="0" cy="0"/>
        </a:xfrm>
      </p:grpSpPr>
      <p:sp>
        <p:nvSpPr>
          <p:cNvPr id="157" name="Shape 157"/>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 features</a:t>
            </a:r>
          </a:p>
        </p:txBody>
      </p:sp>
      <p:sp>
        <p:nvSpPr>
          <p:cNvPr id="158" name="Shape 158"/>
          <p:cNvSpPr txBox="1"/>
          <p:nvPr/>
        </p:nvSpPr>
        <p:spPr>
          <a:xfrm>
            <a:off x="327775" y="1089275"/>
            <a:ext cx="8540100" cy="3866700"/>
          </a:xfrm>
          <a:prstGeom prst="rect">
            <a:avLst/>
          </a:prstGeom>
          <a:noFill/>
          <a:ln>
            <a:noFill/>
          </a:ln>
        </p:spPr>
        <p:txBody>
          <a:bodyPr anchorCtr="0" anchor="t" bIns="91425" lIns="91425" rIns="91425" tIns="91425">
            <a:noAutofit/>
          </a:bodyPr>
          <a:lstStyle/>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Grouping Operators</a:t>
            </a:r>
          </a:p>
          <a:p>
            <a:pPr indent="-295275" lvl="1" marL="914400" rtl="0">
              <a:lnSpc>
                <a:spcPct val="171428"/>
              </a:lnSpc>
              <a:spcBef>
                <a:spcPts val="0"/>
              </a:spcBef>
              <a:spcAft>
                <a:spcPts val="400"/>
              </a:spcAft>
              <a:buClr>
                <a:schemeClr val="dk1"/>
              </a:buClr>
              <a:buSzPct val="95454"/>
              <a:buFont typeface="Verdana"/>
              <a:buChar char="○"/>
            </a:pPr>
            <a:r>
              <a:rPr lang="en" sz="1050">
                <a:solidFill>
                  <a:srgbClr val="313131"/>
                </a:solidFill>
                <a:highlight>
                  <a:srgbClr val="F7F7F7"/>
                </a:highlight>
                <a:latin typeface="Verdana"/>
                <a:ea typeface="Verdana"/>
                <a:cs typeface="Verdana"/>
                <a:sym typeface="Verdana"/>
              </a:rPr>
              <a:t>GroupBy</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ToLookup</a:t>
            </a:r>
          </a:p>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Conversions</a:t>
            </a:r>
          </a:p>
          <a:p>
            <a:pPr indent="-295275" lvl="1" marL="914400" rtl="0">
              <a:lnSpc>
                <a:spcPct val="171428"/>
              </a:lnSpc>
              <a:spcBef>
                <a:spcPts val="0"/>
              </a:spcBef>
              <a:spcAft>
                <a:spcPts val="400"/>
              </a:spcAft>
              <a:buSzPct val="95454"/>
              <a:buFont typeface="Verdana"/>
              <a:buChar char="○"/>
            </a:pPr>
            <a:r>
              <a:rPr lang="en" sz="1050">
                <a:solidFill>
                  <a:srgbClr val="313131"/>
                </a:solidFill>
                <a:highlight>
                  <a:srgbClr val="F7F7F7"/>
                </a:highlight>
                <a:latin typeface="Verdana"/>
                <a:ea typeface="Verdana"/>
                <a:cs typeface="Verdana"/>
                <a:sym typeface="Verdana"/>
              </a:rPr>
              <a:t>AsEnumerable</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AsQueryable</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Cast</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ToList</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ToArray</a:t>
            </a:r>
          </a:p>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Concatenation</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Concat</a:t>
            </a:r>
          </a:p>
          <a:p>
            <a:pPr lvl="0" rtl="0">
              <a:lnSpc>
                <a:spcPct val="115000"/>
              </a:lnSpc>
              <a:spcBef>
                <a:spcPts val="0"/>
              </a:spcBef>
              <a:buNone/>
            </a:pPr>
            <a:r>
              <a:t/>
            </a:r>
            <a:endParaRPr>
              <a:solidFill>
                <a:srgbClr val="242729"/>
              </a:solidFill>
              <a:highlight>
                <a:srgbClr val="FFFFFF"/>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62" name="Shape 162"/>
        <p:cNvGrpSpPr/>
        <p:nvPr/>
      </p:nvGrpSpPr>
      <p:grpSpPr>
        <a:xfrm>
          <a:off x="0" y="0"/>
          <a:ext cx="0" cy="0"/>
          <a:chOff x="0" y="0"/>
          <a:chExt cx="0" cy="0"/>
        </a:xfrm>
      </p:grpSpPr>
      <p:sp>
        <p:nvSpPr>
          <p:cNvPr id="163" name="Shape 163"/>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 features</a:t>
            </a:r>
          </a:p>
        </p:txBody>
      </p:sp>
      <p:sp>
        <p:nvSpPr>
          <p:cNvPr id="164" name="Shape 164"/>
          <p:cNvSpPr txBox="1"/>
          <p:nvPr/>
        </p:nvSpPr>
        <p:spPr>
          <a:xfrm>
            <a:off x="327775" y="1089275"/>
            <a:ext cx="8540100" cy="3866700"/>
          </a:xfrm>
          <a:prstGeom prst="rect">
            <a:avLst/>
          </a:prstGeom>
          <a:noFill/>
          <a:ln>
            <a:noFill/>
          </a:ln>
        </p:spPr>
        <p:txBody>
          <a:bodyPr anchorCtr="0" anchor="t" bIns="91425" lIns="91425" rIns="91425" tIns="91425">
            <a:noAutofit/>
          </a:bodyPr>
          <a:lstStyle/>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Aggregation</a:t>
            </a:r>
          </a:p>
          <a:p>
            <a:pPr indent="-295275" lvl="1" marL="914400" rtl="0">
              <a:lnSpc>
                <a:spcPct val="171428"/>
              </a:lnSpc>
              <a:spcBef>
                <a:spcPts val="0"/>
              </a:spcBef>
              <a:spcAft>
                <a:spcPts val="400"/>
              </a:spcAft>
              <a:buSzPct val="95454"/>
              <a:buFont typeface="Verdana"/>
              <a:buChar char="○"/>
            </a:pPr>
            <a:r>
              <a:rPr lang="en" sz="1050">
                <a:solidFill>
                  <a:srgbClr val="313131"/>
                </a:solidFill>
                <a:highlight>
                  <a:srgbClr val="F7F7F7"/>
                </a:highlight>
                <a:latin typeface="Verdana"/>
                <a:ea typeface="Verdana"/>
                <a:cs typeface="Verdana"/>
                <a:sym typeface="Verdana"/>
              </a:rPr>
              <a:t>Aggregate</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Average</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Count</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Max, Min, Sum</a:t>
            </a:r>
          </a:p>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Quantifier Operations</a:t>
            </a:r>
          </a:p>
          <a:p>
            <a:pPr indent="-295275" lvl="1" marL="914400" rtl="0">
              <a:lnSpc>
                <a:spcPct val="171428"/>
              </a:lnSpc>
              <a:spcBef>
                <a:spcPts val="0"/>
              </a:spcBef>
              <a:spcAft>
                <a:spcPts val="400"/>
              </a:spcAft>
              <a:buSzPct val="95454"/>
              <a:buFont typeface="Verdana"/>
              <a:buChar char="○"/>
            </a:pPr>
            <a:r>
              <a:rPr lang="en" sz="1050">
                <a:solidFill>
                  <a:srgbClr val="313131"/>
                </a:solidFill>
                <a:highlight>
                  <a:srgbClr val="F7F7F7"/>
                </a:highlight>
                <a:latin typeface="Verdana"/>
                <a:ea typeface="Verdana"/>
                <a:cs typeface="Verdana"/>
                <a:sym typeface="Verdana"/>
              </a:rPr>
              <a:t>All</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Any</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Contains</a:t>
            </a:r>
          </a:p>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Partition Operations</a:t>
            </a:r>
          </a:p>
          <a:p>
            <a:pPr indent="-295275" lvl="1" marL="914400" rtl="0">
              <a:lnSpc>
                <a:spcPct val="171428"/>
              </a:lnSpc>
              <a:spcBef>
                <a:spcPts val="0"/>
              </a:spcBef>
              <a:spcAft>
                <a:spcPts val="400"/>
              </a:spcAft>
              <a:buSzPct val="95454"/>
              <a:buFont typeface="Verdana"/>
              <a:buChar char="○"/>
            </a:pPr>
            <a:r>
              <a:rPr lang="en" sz="1050">
                <a:solidFill>
                  <a:srgbClr val="313131"/>
                </a:solidFill>
                <a:highlight>
                  <a:srgbClr val="F7F7F7"/>
                </a:highlight>
                <a:latin typeface="Verdana"/>
                <a:ea typeface="Verdana"/>
                <a:cs typeface="Verdana"/>
                <a:sym typeface="Verdana"/>
              </a:rPr>
              <a:t>Skip</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SkipWhile</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Take</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TakeWhile</a:t>
            </a:r>
          </a:p>
          <a:p>
            <a:pPr lvl="0" rtl="0">
              <a:lnSpc>
                <a:spcPct val="115000"/>
              </a:lnSpc>
              <a:spcBef>
                <a:spcPts val="0"/>
              </a:spcBef>
              <a:buNone/>
            </a:pPr>
            <a:r>
              <a:t/>
            </a:r>
            <a:endParaRPr>
              <a:solidFill>
                <a:srgbClr val="242729"/>
              </a:solidFill>
              <a:highlight>
                <a:srgbClr val="FFFFFF"/>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68" name="Shape 168"/>
        <p:cNvGrpSpPr/>
        <p:nvPr/>
      </p:nvGrpSpPr>
      <p:grpSpPr>
        <a:xfrm>
          <a:off x="0" y="0"/>
          <a:ext cx="0" cy="0"/>
          <a:chOff x="0" y="0"/>
          <a:chExt cx="0" cy="0"/>
        </a:xfrm>
      </p:grpSpPr>
      <p:sp>
        <p:nvSpPr>
          <p:cNvPr id="169" name="Shape 169"/>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 features</a:t>
            </a:r>
          </a:p>
        </p:txBody>
      </p:sp>
      <p:sp>
        <p:nvSpPr>
          <p:cNvPr id="170" name="Shape 170"/>
          <p:cNvSpPr txBox="1"/>
          <p:nvPr/>
        </p:nvSpPr>
        <p:spPr>
          <a:xfrm>
            <a:off x="327775" y="1089275"/>
            <a:ext cx="8540100" cy="3866700"/>
          </a:xfrm>
          <a:prstGeom prst="rect">
            <a:avLst/>
          </a:prstGeom>
          <a:noFill/>
          <a:ln>
            <a:noFill/>
          </a:ln>
        </p:spPr>
        <p:txBody>
          <a:bodyPr anchorCtr="0" anchor="t" bIns="91425" lIns="91425" rIns="91425" tIns="91425">
            <a:noAutofit/>
          </a:bodyPr>
          <a:lstStyle/>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Generation Operations</a:t>
            </a:r>
          </a:p>
          <a:p>
            <a:pPr indent="-295275" lvl="1" marL="914400" rtl="0">
              <a:lnSpc>
                <a:spcPct val="171428"/>
              </a:lnSpc>
              <a:spcBef>
                <a:spcPts val="0"/>
              </a:spcBef>
              <a:spcAft>
                <a:spcPts val="400"/>
              </a:spcAft>
              <a:buSzPct val="95454"/>
              <a:buFont typeface="Verdana"/>
              <a:buChar char="○"/>
            </a:pPr>
            <a:r>
              <a:rPr lang="en" sz="1050">
                <a:solidFill>
                  <a:srgbClr val="313131"/>
                </a:solidFill>
                <a:highlight>
                  <a:srgbClr val="F7F7F7"/>
                </a:highlight>
                <a:latin typeface="Verdana"/>
                <a:ea typeface="Verdana"/>
                <a:cs typeface="Verdana"/>
                <a:sym typeface="Verdana"/>
              </a:rPr>
              <a:t>Empty</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Range</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Repeat</a:t>
            </a:r>
          </a:p>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Set Operations</a:t>
            </a:r>
          </a:p>
          <a:p>
            <a:pPr indent="-295275" lvl="1" marL="914400" rtl="0">
              <a:lnSpc>
                <a:spcPct val="171428"/>
              </a:lnSpc>
              <a:spcBef>
                <a:spcPts val="0"/>
              </a:spcBef>
              <a:spcAft>
                <a:spcPts val="400"/>
              </a:spcAft>
              <a:buSzPct val="95454"/>
              <a:buFont typeface="Verdana"/>
              <a:buChar char="○"/>
            </a:pPr>
            <a:r>
              <a:rPr lang="en" sz="1050">
                <a:solidFill>
                  <a:srgbClr val="313131"/>
                </a:solidFill>
                <a:highlight>
                  <a:srgbClr val="F7F7F7"/>
                </a:highlight>
                <a:latin typeface="Verdana"/>
                <a:ea typeface="Verdana"/>
                <a:cs typeface="Verdana"/>
                <a:sym typeface="Verdana"/>
              </a:rPr>
              <a:t>Distinct</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Except</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Intersect</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Union</a:t>
            </a:r>
          </a:p>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Element Operators</a:t>
            </a:r>
          </a:p>
          <a:p>
            <a:pPr indent="-295275" lvl="1" marL="914400" rtl="0">
              <a:lnSpc>
                <a:spcPct val="171428"/>
              </a:lnSpc>
              <a:spcBef>
                <a:spcPts val="0"/>
              </a:spcBef>
              <a:spcAft>
                <a:spcPts val="400"/>
              </a:spcAft>
              <a:buSzPct val="95454"/>
              <a:buFont typeface="Verdana"/>
              <a:buChar char="○"/>
            </a:pPr>
            <a:r>
              <a:rPr lang="en" sz="1050">
                <a:solidFill>
                  <a:srgbClr val="313131"/>
                </a:solidFill>
                <a:highlight>
                  <a:srgbClr val="F7F7F7"/>
                </a:highlight>
                <a:latin typeface="Verdana"/>
                <a:ea typeface="Verdana"/>
                <a:cs typeface="Verdana"/>
                <a:sym typeface="Verdana"/>
              </a:rPr>
              <a:t>ElementAt, ElementAtOrDefault</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First, FirstOrDefault</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Last, LastOrDefault</a:t>
            </a:r>
          </a:p>
          <a:p>
            <a:pPr indent="-295275" lvl="1" marL="914400" rtl="0">
              <a:lnSpc>
                <a:spcPct val="171428"/>
              </a:lnSpc>
              <a:spcBef>
                <a:spcPts val="0"/>
              </a:spcBef>
              <a:spcAft>
                <a:spcPts val="400"/>
              </a:spcAft>
              <a:buClr>
                <a:srgbClr val="313131"/>
              </a:buClr>
              <a:buSzPct val="95454"/>
              <a:buFont typeface="Verdana"/>
              <a:buChar char="○"/>
            </a:pPr>
            <a:r>
              <a:rPr lang="en" sz="1050">
                <a:solidFill>
                  <a:srgbClr val="313131"/>
                </a:solidFill>
                <a:highlight>
                  <a:srgbClr val="F7F7F7"/>
                </a:highlight>
                <a:latin typeface="Verdana"/>
                <a:ea typeface="Verdana"/>
                <a:cs typeface="Verdana"/>
                <a:sym typeface="Verdana"/>
              </a:rPr>
              <a:t>Single, SingleOrDefault, DefaultIfEmpty</a:t>
            </a:r>
          </a:p>
          <a:p>
            <a:pPr lvl="0" rtl="0">
              <a:lnSpc>
                <a:spcPct val="115000"/>
              </a:lnSpc>
              <a:spcBef>
                <a:spcPts val="0"/>
              </a:spcBef>
              <a:buNone/>
            </a:pPr>
            <a:r>
              <a:t/>
            </a:r>
            <a:endParaRPr>
              <a:solidFill>
                <a:srgbClr val="242729"/>
              </a:solidFill>
              <a:highlight>
                <a:srgbClr val="FFFFFF"/>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74" name="Shape 174"/>
        <p:cNvGrpSpPr/>
        <p:nvPr/>
      </p:nvGrpSpPr>
      <p:grpSpPr>
        <a:xfrm>
          <a:off x="0" y="0"/>
          <a:ext cx="0" cy="0"/>
          <a:chOff x="0" y="0"/>
          <a:chExt cx="0" cy="0"/>
        </a:xfrm>
      </p:grpSpPr>
      <p:sp>
        <p:nvSpPr>
          <p:cNvPr id="175" name="Shape 175"/>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Linq Filtering Operators</a:t>
            </a:r>
          </a:p>
        </p:txBody>
      </p:sp>
      <p:sp>
        <p:nvSpPr>
          <p:cNvPr id="176" name="Shape 176"/>
          <p:cNvSpPr txBox="1"/>
          <p:nvPr/>
        </p:nvSpPr>
        <p:spPr>
          <a:xfrm>
            <a:off x="327775" y="1414475"/>
            <a:ext cx="8540100" cy="3541500"/>
          </a:xfrm>
          <a:prstGeom prst="rect">
            <a:avLst/>
          </a:prstGeom>
          <a:noFill/>
          <a:ln>
            <a:noFill/>
          </a:ln>
        </p:spPr>
        <p:txBody>
          <a:bodyPr anchorCtr="0" anchor="t" bIns="91425" lIns="91425" rIns="91425" tIns="91425">
            <a:noAutofit/>
          </a:bodyPr>
          <a:lstStyle/>
          <a:p>
            <a:pPr indent="-295275" lvl="0" marL="457200" rtl="0">
              <a:lnSpc>
                <a:spcPct val="171428"/>
              </a:lnSpc>
              <a:spcBef>
                <a:spcPts val="0"/>
              </a:spcBef>
              <a:spcAft>
                <a:spcPts val="400"/>
              </a:spcAft>
              <a:buClr>
                <a:schemeClr val="dk1"/>
              </a:buClr>
              <a:buSzPct val="95454"/>
              <a:buFont typeface="Verdana"/>
              <a:buChar char="●"/>
            </a:pPr>
            <a:r>
              <a:rPr lang="en" sz="1050">
                <a:solidFill>
                  <a:schemeClr val="dk1"/>
                </a:solidFill>
                <a:latin typeface="Verdana"/>
                <a:ea typeface="Verdana"/>
                <a:cs typeface="Verdana"/>
                <a:sym typeface="Verdana"/>
              </a:rPr>
              <a:t>Where</a:t>
            </a:r>
          </a:p>
          <a:p>
            <a:pPr lvl="0" rtl="0">
              <a:lnSpc>
                <a:spcPct val="115000"/>
              </a:lnSpc>
              <a:spcBef>
                <a:spcPts val="0"/>
              </a:spcBef>
              <a:buNone/>
            </a:pPr>
            <a:r>
              <a:t/>
            </a:r>
            <a:endParaRPr>
              <a:solidFill>
                <a:srgbClr val="242729"/>
              </a:solidFill>
              <a:highlight>
                <a:srgbClr val="FFFFFF"/>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0" name="Shape 180"/>
        <p:cNvGrpSpPr/>
        <p:nvPr/>
      </p:nvGrpSpPr>
      <p:grpSpPr>
        <a:xfrm>
          <a:off x="0" y="0"/>
          <a:ext cx="0" cy="0"/>
          <a:chOff x="0" y="0"/>
          <a:chExt cx="0" cy="0"/>
        </a:xfrm>
      </p:grpSpPr>
      <p:sp>
        <p:nvSpPr>
          <p:cNvPr id="181" name="Shape 181"/>
          <p:cNvSpPr txBox="1"/>
          <p:nvPr>
            <p:ph type="ctrTitle"/>
          </p:nvPr>
        </p:nvSpPr>
        <p:spPr>
          <a:xfrm>
            <a:off x="457200" y="563759"/>
            <a:ext cx="8229600" cy="3009600"/>
          </a:xfrm>
          <a:prstGeom prst="rect">
            <a:avLst/>
          </a:prstGeom>
        </p:spPr>
        <p:txBody>
          <a:bodyPr anchorCtr="0" anchor="t" bIns="91425" lIns="91425" rIns="91425" tIns="91425">
            <a:noAutofit/>
          </a:bodyPr>
          <a:lstStyle/>
          <a:p>
            <a:pPr lvl="0" rtl="0" algn="ctr">
              <a:spcBef>
                <a:spcPts val="0"/>
              </a:spcBef>
              <a:buNone/>
            </a:pPr>
            <a:r>
              <a:rPr lang="en"/>
              <a:t>Thanks</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Custom 218">
      <a:dk1>
        <a:srgbClr val="000000"/>
      </a:dk1>
      <a:lt1>
        <a:srgbClr val="FFFFFF"/>
      </a:lt1>
      <a:dk2>
        <a:srgbClr val="5B595A"/>
      </a:dk2>
      <a:lt2>
        <a:srgbClr val="CFD4D4"/>
      </a:lt2>
      <a:accent1>
        <a:srgbClr val="CC0202"/>
      </a:accent1>
      <a:accent2>
        <a:srgbClr val="228AFF"/>
      </a:accent2>
      <a:accent3>
        <a:srgbClr val="FBC82F"/>
      </a:accent3>
      <a:accent4>
        <a:srgbClr val="253E91"/>
      </a:accent4>
      <a:accent5>
        <a:srgbClr val="F68D0C"/>
      </a:accent5>
      <a:accent6>
        <a:srgbClr val="257E12"/>
      </a:accent6>
      <a:hlink>
        <a:srgbClr val="144C72"/>
      </a:hlink>
      <a:folHlink>
        <a:srgbClr val="8C9D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